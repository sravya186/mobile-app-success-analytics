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tableStyles" Target="tableStyle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2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93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993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993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93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93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3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3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5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0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0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3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3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9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9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1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1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17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1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2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22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22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26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26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28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28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9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29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29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31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31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32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32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3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33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3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6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36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3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3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53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5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7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57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57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4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74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74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7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77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77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2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9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9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9144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77" name="Shape 1"/>
          <p:cNvSpPr/>
          <p:nvPr/>
        </p:nvSpPr>
        <p:spPr>
          <a:xfrm>
            <a:off x="68580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78" name="Shape 2"/>
          <p:cNvSpPr/>
          <p:nvPr/>
        </p:nvSpPr>
        <p:spPr>
          <a:xfrm>
            <a:off x="128016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79" name="Shape 3"/>
          <p:cNvSpPr/>
          <p:nvPr/>
        </p:nvSpPr>
        <p:spPr>
          <a:xfrm>
            <a:off x="187452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80" name="Shape 4"/>
          <p:cNvSpPr/>
          <p:nvPr/>
        </p:nvSpPr>
        <p:spPr>
          <a:xfrm>
            <a:off x="246888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81" name="Shape 5"/>
          <p:cNvSpPr/>
          <p:nvPr/>
        </p:nvSpPr>
        <p:spPr>
          <a:xfrm>
            <a:off x="306324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82" name="Shape 6"/>
          <p:cNvSpPr/>
          <p:nvPr/>
        </p:nvSpPr>
        <p:spPr>
          <a:xfrm>
            <a:off x="365760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83" name="Shape 7"/>
          <p:cNvSpPr/>
          <p:nvPr/>
        </p:nvSpPr>
        <p:spPr>
          <a:xfrm>
            <a:off x="425196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84" name="Shape 8"/>
          <p:cNvSpPr/>
          <p:nvPr/>
        </p:nvSpPr>
        <p:spPr>
          <a:xfrm>
            <a:off x="484632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85" name="Shape 9"/>
          <p:cNvSpPr/>
          <p:nvPr/>
        </p:nvSpPr>
        <p:spPr>
          <a:xfrm>
            <a:off x="544068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86" name="Shape 10"/>
          <p:cNvSpPr/>
          <p:nvPr/>
        </p:nvSpPr>
        <p:spPr>
          <a:xfrm>
            <a:off x="603504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87" name="Shape 11"/>
          <p:cNvSpPr/>
          <p:nvPr/>
        </p:nvSpPr>
        <p:spPr>
          <a:xfrm>
            <a:off x="662940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88" name="Shape 12"/>
          <p:cNvSpPr/>
          <p:nvPr/>
        </p:nvSpPr>
        <p:spPr>
          <a:xfrm>
            <a:off x="722376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89" name="Shape 13"/>
          <p:cNvSpPr/>
          <p:nvPr/>
        </p:nvSpPr>
        <p:spPr>
          <a:xfrm>
            <a:off x="781812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90" name="Shape 14"/>
          <p:cNvSpPr/>
          <p:nvPr/>
        </p:nvSpPr>
        <p:spPr>
          <a:xfrm>
            <a:off x="841248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91" name="Shape 15"/>
          <p:cNvSpPr/>
          <p:nvPr/>
        </p:nvSpPr>
        <p:spPr>
          <a:xfrm>
            <a:off x="900684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92" name="Shape 16"/>
          <p:cNvSpPr/>
          <p:nvPr/>
        </p:nvSpPr>
        <p:spPr>
          <a:xfrm>
            <a:off x="9144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93" name="Shape 17"/>
          <p:cNvSpPr/>
          <p:nvPr/>
        </p:nvSpPr>
        <p:spPr>
          <a:xfrm>
            <a:off x="68580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94" name="Shape 18"/>
          <p:cNvSpPr/>
          <p:nvPr/>
        </p:nvSpPr>
        <p:spPr>
          <a:xfrm>
            <a:off x="128016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95" name="Shape 19"/>
          <p:cNvSpPr/>
          <p:nvPr/>
        </p:nvSpPr>
        <p:spPr>
          <a:xfrm>
            <a:off x="187452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96" name="Shape 20"/>
          <p:cNvSpPr/>
          <p:nvPr/>
        </p:nvSpPr>
        <p:spPr>
          <a:xfrm>
            <a:off x="246888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97" name="Shape 21"/>
          <p:cNvSpPr/>
          <p:nvPr/>
        </p:nvSpPr>
        <p:spPr>
          <a:xfrm>
            <a:off x="306324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98" name="Shape 22"/>
          <p:cNvSpPr/>
          <p:nvPr/>
        </p:nvSpPr>
        <p:spPr>
          <a:xfrm>
            <a:off x="365760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599" name="Shape 23"/>
          <p:cNvSpPr/>
          <p:nvPr/>
        </p:nvSpPr>
        <p:spPr>
          <a:xfrm>
            <a:off x="425196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00" name="Shape 24"/>
          <p:cNvSpPr/>
          <p:nvPr/>
        </p:nvSpPr>
        <p:spPr>
          <a:xfrm>
            <a:off x="484632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01" name="Shape 25"/>
          <p:cNvSpPr/>
          <p:nvPr/>
        </p:nvSpPr>
        <p:spPr>
          <a:xfrm>
            <a:off x="544068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02" name="Shape 26"/>
          <p:cNvSpPr/>
          <p:nvPr/>
        </p:nvSpPr>
        <p:spPr>
          <a:xfrm>
            <a:off x="603504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03" name="Shape 27"/>
          <p:cNvSpPr/>
          <p:nvPr/>
        </p:nvSpPr>
        <p:spPr>
          <a:xfrm>
            <a:off x="662940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04" name="Shape 28"/>
          <p:cNvSpPr/>
          <p:nvPr/>
        </p:nvSpPr>
        <p:spPr>
          <a:xfrm>
            <a:off x="722376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05" name="Shape 29"/>
          <p:cNvSpPr/>
          <p:nvPr/>
        </p:nvSpPr>
        <p:spPr>
          <a:xfrm>
            <a:off x="781812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06" name="Shape 30"/>
          <p:cNvSpPr/>
          <p:nvPr/>
        </p:nvSpPr>
        <p:spPr>
          <a:xfrm>
            <a:off x="841248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07" name="Shape 31"/>
          <p:cNvSpPr/>
          <p:nvPr/>
        </p:nvSpPr>
        <p:spPr>
          <a:xfrm>
            <a:off x="900684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08" name="Shape 32"/>
          <p:cNvSpPr/>
          <p:nvPr/>
        </p:nvSpPr>
        <p:spPr>
          <a:xfrm>
            <a:off x="9144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09" name="Shape 33"/>
          <p:cNvSpPr/>
          <p:nvPr/>
        </p:nvSpPr>
        <p:spPr>
          <a:xfrm>
            <a:off x="68580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10" name="Shape 34"/>
          <p:cNvSpPr/>
          <p:nvPr/>
        </p:nvSpPr>
        <p:spPr>
          <a:xfrm>
            <a:off x="128016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11" name="Shape 35"/>
          <p:cNvSpPr/>
          <p:nvPr/>
        </p:nvSpPr>
        <p:spPr>
          <a:xfrm>
            <a:off x="187452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12" name="Shape 36"/>
          <p:cNvSpPr/>
          <p:nvPr/>
        </p:nvSpPr>
        <p:spPr>
          <a:xfrm>
            <a:off x="246888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13" name="Shape 37"/>
          <p:cNvSpPr/>
          <p:nvPr/>
        </p:nvSpPr>
        <p:spPr>
          <a:xfrm>
            <a:off x="306324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14" name="Shape 38"/>
          <p:cNvSpPr/>
          <p:nvPr/>
        </p:nvSpPr>
        <p:spPr>
          <a:xfrm>
            <a:off x="365760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15" name="Shape 39"/>
          <p:cNvSpPr/>
          <p:nvPr/>
        </p:nvSpPr>
        <p:spPr>
          <a:xfrm>
            <a:off x="425196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16" name="Shape 40"/>
          <p:cNvSpPr/>
          <p:nvPr/>
        </p:nvSpPr>
        <p:spPr>
          <a:xfrm>
            <a:off x="484632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17" name="Shape 41"/>
          <p:cNvSpPr/>
          <p:nvPr/>
        </p:nvSpPr>
        <p:spPr>
          <a:xfrm>
            <a:off x="544068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18" name="Shape 42"/>
          <p:cNvSpPr/>
          <p:nvPr/>
        </p:nvSpPr>
        <p:spPr>
          <a:xfrm>
            <a:off x="603504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19" name="Shape 43"/>
          <p:cNvSpPr/>
          <p:nvPr/>
        </p:nvSpPr>
        <p:spPr>
          <a:xfrm>
            <a:off x="662940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20" name="Shape 44"/>
          <p:cNvSpPr/>
          <p:nvPr/>
        </p:nvSpPr>
        <p:spPr>
          <a:xfrm>
            <a:off x="722376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21" name="Shape 45"/>
          <p:cNvSpPr/>
          <p:nvPr/>
        </p:nvSpPr>
        <p:spPr>
          <a:xfrm>
            <a:off x="781812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22" name="Shape 46"/>
          <p:cNvSpPr/>
          <p:nvPr/>
        </p:nvSpPr>
        <p:spPr>
          <a:xfrm>
            <a:off x="841248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23" name="Shape 47"/>
          <p:cNvSpPr/>
          <p:nvPr/>
        </p:nvSpPr>
        <p:spPr>
          <a:xfrm>
            <a:off x="900684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24" name="Shape 48"/>
          <p:cNvSpPr/>
          <p:nvPr/>
        </p:nvSpPr>
        <p:spPr>
          <a:xfrm>
            <a:off x="9144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25" name="Shape 49"/>
          <p:cNvSpPr/>
          <p:nvPr/>
        </p:nvSpPr>
        <p:spPr>
          <a:xfrm>
            <a:off x="68580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26" name="Shape 50"/>
          <p:cNvSpPr/>
          <p:nvPr/>
        </p:nvSpPr>
        <p:spPr>
          <a:xfrm>
            <a:off x="128016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27" name="Shape 51"/>
          <p:cNvSpPr/>
          <p:nvPr/>
        </p:nvSpPr>
        <p:spPr>
          <a:xfrm>
            <a:off x="187452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28" name="Shape 52"/>
          <p:cNvSpPr/>
          <p:nvPr/>
        </p:nvSpPr>
        <p:spPr>
          <a:xfrm>
            <a:off x="246888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29" name="Shape 53"/>
          <p:cNvSpPr/>
          <p:nvPr/>
        </p:nvSpPr>
        <p:spPr>
          <a:xfrm>
            <a:off x="306324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30" name="Shape 54"/>
          <p:cNvSpPr/>
          <p:nvPr/>
        </p:nvSpPr>
        <p:spPr>
          <a:xfrm>
            <a:off x="365760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31" name="Shape 55"/>
          <p:cNvSpPr/>
          <p:nvPr/>
        </p:nvSpPr>
        <p:spPr>
          <a:xfrm>
            <a:off x="425196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32" name="Shape 56"/>
          <p:cNvSpPr/>
          <p:nvPr/>
        </p:nvSpPr>
        <p:spPr>
          <a:xfrm>
            <a:off x="484632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33" name="Shape 57"/>
          <p:cNvSpPr/>
          <p:nvPr/>
        </p:nvSpPr>
        <p:spPr>
          <a:xfrm>
            <a:off x="544068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34" name="Shape 58"/>
          <p:cNvSpPr/>
          <p:nvPr/>
        </p:nvSpPr>
        <p:spPr>
          <a:xfrm>
            <a:off x="603504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35" name="Shape 59"/>
          <p:cNvSpPr/>
          <p:nvPr/>
        </p:nvSpPr>
        <p:spPr>
          <a:xfrm>
            <a:off x="662940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36" name="Shape 60"/>
          <p:cNvSpPr/>
          <p:nvPr/>
        </p:nvSpPr>
        <p:spPr>
          <a:xfrm>
            <a:off x="722376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37" name="Shape 61"/>
          <p:cNvSpPr/>
          <p:nvPr/>
        </p:nvSpPr>
        <p:spPr>
          <a:xfrm>
            <a:off x="781812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38" name="Shape 62"/>
          <p:cNvSpPr/>
          <p:nvPr/>
        </p:nvSpPr>
        <p:spPr>
          <a:xfrm>
            <a:off x="841248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39" name="Shape 63"/>
          <p:cNvSpPr/>
          <p:nvPr/>
        </p:nvSpPr>
        <p:spPr>
          <a:xfrm>
            <a:off x="900684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40" name="Shape 64"/>
          <p:cNvSpPr/>
          <p:nvPr/>
        </p:nvSpPr>
        <p:spPr>
          <a:xfrm>
            <a:off x="9144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41" name="Shape 65"/>
          <p:cNvSpPr/>
          <p:nvPr/>
        </p:nvSpPr>
        <p:spPr>
          <a:xfrm>
            <a:off x="68580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42" name="Shape 66"/>
          <p:cNvSpPr/>
          <p:nvPr/>
        </p:nvSpPr>
        <p:spPr>
          <a:xfrm>
            <a:off x="128016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43" name="Shape 67"/>
          <p:cNvSpPr/>
          <p:nvPr/>
        </p:nvSpPr>
        <p:spPr>
          <a:xfrm>
            <a:off x="187452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44" name="Shape 68"/>
          <p:cNvSpPr/>
          <p:nvPr/>
        </p:nvSpPr>
        <p:spPr>
          <a:xfrm>
            <a:off x="246888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45" name="Shape 69"/>
          <p:cNvSpPr/>
          <p:nvPr/>
        </p:nvSpPr>
        <p:spPr>
          <a:xfrm>
            <a:off x="306324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46" name="Shape 70"/>
          <p:cNvSpPr/>
          <p:nvPr/>
        </p:nvSpPr>
        <p:spPr>
          <a:xfrm>
            <a:off x="365760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47" name="Shape 71"/>
          <p:cNvSpPr/>
          <p:nvPr/>
        </p:nvSpPr>
        <p:spPr>
          <a:xfrm>
            <a:off x="425196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48" name="Shape 72"/>
          <p:cNvSpPr/>
          <p:nvPr/>
        </p:nvSpPr>
        <p:spPr>
          <a:xfrm>
            <a:off x="484632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49" name="Shape 73"/>
          <p:cNvSpPr/>
          <p:nvPr/>
        </p:nvSpPr>
        <p:spPr>
          <a:xfrm>
            <a:off x="544068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50" name="Shape 74"/>
          <p:cNvSpPr/>
          <p:nvPr/>
        </p:nvSpPr>
        <p:spPr>
          <a:xfrm>
            <a:off x="603504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51" name="Shape 75"/>
          <p:cNvSpPr/>
          <p:nvPr/>
        </p:nvSpPr>
        <p:spPr>
          <a:xfrm>
            <a:off x="662940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52" name="Shape 76"/>
          <p:cNvSpPr/>
          <p:nvPr/>
        </p:nvSpPr>
        <p:spPr>
          <a:xfrm>
            <a:off x="722376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53" name="Shape 77"/>
          <p:cNvSpPr/>
          <p:nvPr/>
        </p:nvSpPr>
        <p:spPr>
          <a:xfrm>
            <a:off x="781812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54" name="Shape 78"/>
          <p:cNvSpPr/>
          <p:nvPr/>
        </p:nvSpPr>
        <p:spPr>
          <a:xfrm>
            <a:off x="841248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55" name="Shape 79"/>
          <p:cNvSpPr/>
          <p:nvPr/>
        </p:nvSpPr>
        <p:spPr>
          <a:xfrm>
            <a:off x="900684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56" name="Shape 80"/>
          <p:cNvSpPr/>
          <p:nvPr/>
        </p:nvSpPr>
        <p:spPr>
          <a:xfrm>
            <a:off x="9144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57" name="Shape 81"/>
          <p:cNvSpPr/>
          <p:nvPr/>
        </p:nvSpPr>
        <p:spPr>
          <a:xfrm>
            <a:off x="68580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58" name="Shape 82"/>
          <p:cNvSpPr/>
          <p:nvPr/>
        </p:nvSpPr>
        <p:spPr>
          <a:xfrm>
            <a:off x="128016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59" name="Shape 83"/>
          <p:cNvSpPr/>
          <p:nvPr/>
        </p:nvSpPr>
        <p:spPr>
          <a:xfrm>
            <a:off x="187452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60" name="Shape 84"/>
          <p:cNvSpPr/>
          <p:nvPr/>
        </p:nvSpPr>
        <p:spPr>
          <a:xfrm>
            <a:off x="246888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61" name="Shape 85"/>
          <p:cNvSpPr/>
          <p:nvPr/>
        </p:nvSpPr>
        <p:spPr>
          <a:xfrm>
            <a:off x="306324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62" name="Shape 86"/>
          <p:cNvSpPr/>
          <p:nvPr/>
        </p:nvSpPr>
        <p:spPr>
          <a:xfrm>
            <a:off x="365760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63" name="Shape 87"/>
          <p:cNvSpPr/>
          <p:nvPr/>
        </p:nvSpPr>
        <p:spPr>
          <a:xfrm>
            <a:off x="425196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64" name="Shape 88"/>
          <p:cNvSpPr/>
          <p:nvPr/>
        </p:nvSpPr>
        <p:spPr>
          <a:xfrm>
            <a:off x="484632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65" name="Shape 89"/>
          <p:cNvSpPr/>
          <p:nvPr/>
        </p:nvSpPr>
        <p:spPr>
          <a:xfrm>
            <a:off x="544068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66" name="Shape 90"/>
          <p:cNvSpPr/>
          <p:nvPr/>
        </p:nvSpPr>
        <p:spPr>
          <a:xfrm>
            <a:off x="603504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67" name="Shape 91"/>
          <p:cNvSpPr/>
          <p:nvPr/>
        </p:nvSpPr>
        <p:spPr>
          <a:xfrm>
            <a:off x="662940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68" name="Shape 92"/>
          <p:cNvSpPr/>
          <p:nvPr/>
        </p:nvSpPr>
        <p:spPr>
          <a:xfrm>
            <a:off x="722376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69" name="Shape 93"/>
          <p:cNvSpPr/>
          <p:nvPr/>
        </p:nvSpPr>
        <p:spPr>
          <a:xfrm>
            <a:off x="781812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70" name="Shape 94"/>
          <p:cNvSpPr/>
          <p:nvPr/>
        </p:nvSpPr>
        <p:spPr>
          <a:xfrm>
            <a:off x="841248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71" name="Shape 95"/>
          <p:cNvSpPr/>
          <p:nvPr/>
        </p:nvSpPr>
        <p:spPr>
          <a:xfrm>
            <a:off x="900684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72" name="Shape 96"/>
          <p:cNvSpPr/>
          <p:nvPr/>
        </p:nvSpPr>
        <p:spPr>
          <a:xfrm>
            <a:off x="9144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73" name="Shape 97"/>
          <p:cNvSpPr/>
          <p:nvPr/>
        </p:nvSpPr>
        <p:spPr>
          <a:xfrm>
            <a:off x="68580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74" name="Shape 98"/>
          <p:cNvSpPr/>
          <p:nvPr/>
        </p:nvSpPr>
        <p:spPr>
          <a:xfrm>
            <a:off x="128016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75" name="Shape 99"/>
          <p:cNvSpPr/>
          <p:nvPr/>
        </p:nvSpPr>
        <p:spPr>
          <a:xfrm>
            <a:off x="187452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76" name="Shape 100"/>
          <p:cNvSpPr/>
          <p:nvPr/>
        </p:nvSpPr>
        <p:spPr>
          <a:xfrm>
            <a:off x="246888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77" name="Shape 101"/>
          <p:cNvSpPr/>
          <p:nvPr/>
        </p:nvSpPr>
        <p:spPr>
          <a:xfrm>
            <a:off x="306324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78" name="Shape 102"/>
          <p:cNvSpPr/>
          <p:nvPr/>
        </p:nvSpPr>
        <p:spPr>
          <a:xfrm>
            <a:off x="365760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79" name="Shape 103"/>
          <p:cNvSpPr/>
          <p:nvPr/>
        </p:nvSpPr>
        <p:spPr>
          <a:xfrm>
            <a:off x="425196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80" name="Shape 104"/>
          <p:cNvSpPr/>
          <p:nvPr/>
        </p:nvSpPr>
        <p:spPr>
          <a:xfrm>
            <a:off x="484632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81" name="Shape 105"/>
          <p:cNvSpPr/>
          <p:nvPr/>
        </p:nvSpPr>
        <p:spPr>
          <a:xfrm>
            <a:off x="544068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82" name="Shape 106"/>
          <p:cNvSpPr/>
          <p:nvPr/>
        </p:nvSpPr>
        <p:spPr>
          <a:xfrm>
            <a:off x="603504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83" name="Shape 107"/>
          <p:cNvSpPr/>
          <p:nvPr/>
        </p:nvSpPr>
        <p:spPr>
          <a:xfrm>
            <a:off x="662940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84" name="Shape 108"/>
          <p:cNvSpPr/>
          <p:nvPr/>
        </p:nvSpPr>
        <p:spPr>
          <a:xfrm>
            <a:off x="722376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85" name="Shape 109"/>
          <p:cNvSpPr/>
          <p:nvPr/>
        </p:nvSpPr>
        <p:spPr>
          <a:xfrm>
            <a:off x="781812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86" name="Shape 110"/>
          <p:cNvSpPr/>
          <p:nvPr/>
        </p:nvSpPr>
        <p:spPr>
          <a:xfrm>
            <a:off x="841248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87" name="Shape 111"/>
          <p:cNvSpPr/>
          <p:nvPr/>
        </p:nvSpPr>
        <p:spPr>
          <a:xfrm>
            <a:off x="900684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88" name="Shape 112"/>
          <p:cNvSpPr/>
          <p:nvPr/>
        </p:nvSpPr>
        <p:spPr>
          <a:xfrm>
            <a:off x="9144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89" name="Shape 113"/>
          <p:cNvSpPr/>
          <p:nvPr/>
        </p:nvSpPr>
        <p:spPr>
          <a:xfrm>
            <a:off x="68580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90" name="Shape 114"/>
          <p:cNvSpPr/>
          <p:nvPr/>
        </p:nvSpPr>
        <p:spPr>
          <a:xfrm>
            <a:off x="128016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91" name="Shape 115"/>
          <p:cNvSpPr/>
          <p:nvPr/>
        </p:nvSpPr>
        <p:spPr>
          <a:xfrm>
            <a:off x="187452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92" name="Shape 116"/>
          <p:cNvSpPr/>
          <p:nvPr/>
        </p:nvSpPr>
        <p:spPr>
          <a:xfrm>
            <a:off x="246888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93" name="Shape 117"/>
          <p:cNvSpPr/>
          <p:nvPr/>
        </p:nvSpPr>
        <p:spPr>
          <a:xfrm>
            <a:off x="306324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94" name="Shape 118"/>
          <p:cNvSpPr/>
          <p:nvPr/>
        </p:nvSpPr>
        <p:spPr>
          <a:xfrm>
            <a:off x="365760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95" name="Shape 119"/>
          <p:cNvSpPr/>
          <p:nvPr/>
        </p:nvSpPr>
        <p:spPr>
          <a:xfrm>
            <a:off x="425196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96" name="Shape 120"/>
          <p:cNvSpPr/>
          <p:nvPr/>
        </p:nvSpPr>
        <p:spPr>
          <a:xfrm>
            <a:off x="484632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97" name="Shape 121"/>
          <p:cNvSpPr/>
          <p:nvPr/>
        </p:nvSpPr>
        <p:spPr>
          <a:xfrm>
            <a:off x="544068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98" name="Shape 122"/>
          <p:cNvSpPr/>
          <p:nvPr/>
        </p:nvSpPr>
        <p:spPr>
          <a:xfrm>
            <a:off x="603504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699" name="Shape 123"/>
          <p:cNvSpPr/>
          <p:nvPr/>
        </p:nvSpPr>
        <p:spPr>
          <a:xfrm>
            <a:off x="662940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00" name="Shape 124"/>
          <p:cNvSpPr/>
          <p:nvPr/>
        </p:nvSpPr>
        <p:spPr>
          <a:xfrm>
            <a:off x="722376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01" name="Shape 125"/>
          <p:cNvSpPr/>
          <p:nvPr/>
        </p:nvSpPr>
        <p:spPr>
          <a:xfrm>
            <a:off x="781812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02" name="Shape 126"/>
          <p:cNvSpPr/>
          <p:nvPr/>
        </p:nvSpPr>
        <p:spPr>
          <a:xfrm>
            <a:off x="841248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03" name="Shape 127"/>
          <p:cNvSpPr/>
          <p:nvPr/>
        </p:nvSpPr>
        <p:spPr>
          <a:xfrm>
            <a:off x="900684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04" name="Shape 128"/>
          <p:cNvSpPr/>
          <p:nvPr/>
        </p:nvSpPr>
        <p:spPr>
          <a:xfrm>
            <a:off x="9144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05" name="Shape 129"/>
          <p:cNvSpPr/>
          <p:nvPr/>
        </p:nvSpPr>
        <p:spPr>
          <a:xfrm>
            <a:off x="68580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06" name="Shape 130"/>
          <p:cNvSpPr/>
          <p:nvPr/>
        </p:nvSpPr>
        <p:spPr>
          <a:xfrm>
            <a:off x="128016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07" name="Shape 131"/>
          <p:cNvSpPr/>
          <p:nvPr/>
        </p:nvSpPr>
        <p:spPr>
          <a:xfrm>
            <a:off x="187452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08" name="Shape 132"/>
          <p:cNvSpPr/>
          <p:nvPr/>
        </p:nvSpPr>
        <p:spPr>
          <a:xfrm>
            <a:off x="246888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09" name="Shape 133"/>
          <p:cNvSpPr/>
          <p:nvPr/>
        </p:nvSpPr>
        <p:spPr>
          <a:xfrm>
            <a:off x="306324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10" name="Shape 134"/>
          <p:cNvSpPr/>
          <p:nvPr/>
        </p:nvSpPr>
        <p:spPr>
          <a:xfrm>
            <a:off x="365760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11" name="Shape 135"/>
          <p:cNvSpPr/>
          <p:nvPr/>
        </p:nvSpPr>
        <p:spPr>
          <a:xfrm>
            <a:off x="425196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12" name="Shape 136"/>
          <p:cNvSpPr/>
          <p:nvPr/>
        </p:nvSpPr>
        <p:spPr>
          <a:xfrm>
            <a:off x="484632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13" name="Shape 137"/>
          <p:cNvSpPr/>
          <p:nvPr/>
        </p:nvSpPr>
        <p:spPr>
          <a:xfrm>
            <a:off x="544068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14" name="Shape 138"/>
          <p:cNvSpPr/>
          <p:nvPr/>
        </p:nvSpPr>
        <p:spPr>
          <a:xfrm>
            <a:off x="603504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15" name="Shape 139"/>
          <p:cNvSpPr/>
          <p:nvPr/>
        </p:nvSpPr>
        <p:spPr>
          <a:xfrm>
            <a:off x="662940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16" name="Shape 140"/>
          <p:cNvSpPr/>
          <p:nvPr/>
        </p:nvSpPr>
        <p:spPr>
          <a:xfrm>
            <a:off x="722376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17" name="Shape 141"/>
          <p:cNvSpPr/>
          <p:nvPr/>
        </p:nvSpPr>
        <p:spPr>
          <a:xfrm>
            <a:off x="781812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18" name="Shape 142"/>
          <p:cNvSpPr/>
          <p:nvPr/>
        </p:nvSpPr>
        <p:spPr>
          <a:xfrm>
            <a:off x="841248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19" name="Shape 143"/>
          <p:cNvSpPr/>
          <p:nvPr/>
        </p:nvSpPr>
        <p:spPr>
          <a:xfrm>
            <a:off x="900684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8720" name="Shape 144"/>
          <p:cNvSpPr/>
          <p:nvPr/>
        </p:nvSpPr>
        <p:spPr>
          <a:xfrm>
            <a:off x="5029200" y="-914400"/>
            <a:ext cx="5486400" cy="5486400"/>
          </a:xfrm>
          <a:prstGeom prst="ellipse"/>
          <a:solidFill>
            <a:srgbClr val="1A56DB">
              <a:alpha val="18000"/>
            </a:srgbClr>
          </a:solidFill>
        </p:spPr>
      </p:sp>
      <p:sp>
        <p:nvSpPr>
          <p:cNvPr id="1048721" name="Text 145"/>
          <p:cNvSpPr/>
          <p:nvPr/>
        </p:nvSpPr>
        <p:spPr>
          <a:xfrm>
            <a:off x="548640" y="1005840"/>
            <a:ext cx="777240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5200" kern="0" lang="en-US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dirty="0" sz="5200" lang="en-US"/>
          </a:p>
        </p:txBody>
      </p:sp>
      <p:sp>
        <p:nvSpPr>
          <p:cNvPr id="1048722" name="Text 146"/>
          <p:cNvSpPr/>
          <p:nvPr/>
        </p:nvSpPr>
        <p:spPr>
          <a:xfrm>
            <a:off x="548640" y="1691640"/>
            <a:ext cx="777240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5200" kern="0" lang="en-US" spc="30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ANALYTICS</a:t>
            </a:r>
            <a:endParaRPr dirty="0" sz="5200" lang="en-US"/>
          </a:p>
        </p:txBody>
      </p:sp>
      <p:sp>
        <p:nvSpPr>
          <p:cNvPr id="1048723" name="Text 147"/>
          <p:cNvSpPr/>
          <p:nvPr/>
        </p:nvSpPr>
        <p:spPr>
          <a:xfrm>
            <a:off x="548640" y="2651760"/>
            <a:ext cx="7772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A0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Internship Project  |  Python &amp; Google Play Store Dataset</a:t>
            </a:r>
            <a:endParaRPr dirty="0" sz="1400" lang="en-US"/>
          </a:p>
        </p:txBody>
      </p:sp>
      <p:sp>
        <p:nvSpPr>
          <p:cNvPr id="1048724" name="Shape 148"/>
          <p:cNvSpPr/>
          <p:nvPr/>
        </p:nvSpPr>
        <p:spPr>
          <a:xfrm>
            <a:off x="548640" y="3246120"/>
            <a:ext cx="795528" cy="256032"/>
          </a:xfrm>
          <a:prstGeom prst="roundRect">
            <a:avLst>
              <a:gd name="adj" fmla="val 21429"/>
            </a:avLst>
          </a:prstGeom>
          <a:solidFill>
            <a:srgbClr val="162D5A"/>
          </a:solidFill>
        </p:spPr>
      </p:sp>
      <p:sp>
        <p:nvSpPr>
          <p:cNvPr id="1048725" name="Text 149"/>
          <p:cNvSpPr/>
          <p:nvPr/>
        </p:nvSpPr>
        <p:spPr>
          <a:xfrm>
            <a:off x="548640" y="3246120"/>
            <a:ext cx="795528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dirty="0" sz="900" lang="en-US"/>
          </a:p>
        </p:txBody>
      </p:sp>
      <p:sp>
        <p:nvSpPr>
          <p:cNvPr id="1048726" name="Shape 150"/>
          <p:cNvSpPr/>
          <p:nvPr/>
        </p:nvSpPr>
        <p:spPr>
          <a:xfrm>
            <a:off x="1965960" y="3246120"/>
            <a:ext cx="708660" cy="256032"/>
          </a:xfrm>
          <a:prstGeom prst="roundRect">
            <a:avLst>
              <a:gd name="adj" fmla="val 21429"/>
            </a:avLst>
          </a:prstGeom>
          <a:solidFill>
            <a:srgbClr val="162D5A"/>
          </a:solidFill>
        </p:spPr>
      </p:sp>
      <p:sp>
        <p:nvSpPr>
          <p:cNvPr id="1048727" name="Text 151"/>
          <p:cNvSpPr/>
          <p:nvPr/>
        </p:nvSpPr>
        <p:spPr>
          <a:xfrm>
            <a:off x="1965960" y="3246120"/>
            <a:ext cx="70866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dirty="0" sz="900" lang="en-US"/>
          </a:p>
        </p:txBody>
      </p:sp>
      <p:sp>
        <p:nvSpPr>
          <p:cNvPr id="1048728" name="Shape 152"/>
          <p:cNvSpPr/>
          <p:nvPr/>
        </p:nvSpPr>
        <p:spPr>
          <a:xfrm>
            <a:off x="3383280" y="324612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162D5A"/>
          </a:solidFill>
        </p:spPr>
      </p:sp>
      <p:sp>
        <p:nvSpPr>
          <p:cNvPr id="1048729" name="Text 153"/>
          <p:cNvSpPr/>
          <p:nvPr/>
        </p:nvSpPr>
        <p:spPr>
          <a:xfrm>
            <a:off x="3383280" y="3246120"/>
            <a:ext cx="114300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dirty="0" sz="900" lang="en-US"/>
          </a:p>
        </p:txBody>
      </p:sp>
      <p:sp>
        <p:nvSpPr>
          <p:cNvPr id="1048730" name="Shape 154"/>
          <p:cNvSpPr/>
          <p:nvPr/>
        </p:nvSpPr>
        <p:spPr>
          <a:xfrm>
            <a:off x="4800600" y="3246120"/>
            <a:ext cx="882396" cy="256032"/>
          </a:xfrm>
          <a:prstGeom prst="roundRect">
            <a:avLst>
              <a:gd name="adj" fmla="val 21429"/>
            </a:avLst>
          </a:prstGeom>
          <a:solidFill>
            <a:srgbClr val="162D5A"/>
          </a:solidFill>
        </p:spPr>
      </p:sp>
      <p:sp>
        <p:nvSpPr>
          <p:cNvPr id="1048731" name="Text 155"/>
          <p:cNvSpPr/>
          <p:nvPr/>
        </p:nvSpPr>
        <p:spPr>
          <a:xfrm>
            <a:off x="4800600" y="3246120"/>
            <a:ext cx="882396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dirty="0" sz="900" lang="en-US"/>
          </a:p>
        </p:txBody>
      </p:sp>
      <p:sp>
        <p:nvSpPr>
          <p:cNvPr id="1048732" name="Shape 156"/>
          <p:cNvSpPr/>
          <p:nvPr/>
        </p:nvSpPr>
        <p:spPr>
          <a:xfrm>
            <a:off x="6217920" y="3246120"/>
            <a:ext cx="534924" cy="256032"/>
          </a:xfrm>
          <a:prstGeom prst="roundRect">
            <a:avLst>
              <a:gd name="adj" fmla="val 21429"/>
            </a:avLst>
          </a:prstGeom>
          <a:solidFill>
            <a:srgbClr val="162D5A"/>
          </a:solidFill>
        </p:spPr>
      </p:sp>
      <p:sp>
        <p:nvSpPr>
          <p:cNvPr id="1048733" name="Text 157"/>
          <p:cNvSpPr/>
          <p:nvPr/>
        </p:nvSpPr>
        <p:spPr>
          <a:xfrm>
            <a:off x="6217920" y="3246120"/>
            <a:ext cx="534924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dirty="0" sz="900" lang="en-US"/>
          </a:p>
        </p:txBody>
      </p:sp>
      <p:sp>
        <p:nvSpPr>
          <p:cNvPr id="1048734" name="Text 158"/>
          <p:cNvSpPr/>
          <p:nvPr/>
        </p:nvSpPr>
        <p:spPr>
          <a:xfrm>
            <a:off x="548640" y="4663440"/>
            <a:ext cx="3657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dirty="0" sz="1100" lang="en-US"/>
          </a:p>
        </p:txBody>
      </p:sp>
      <p:sp>
        <p:nvSpPr>
          <p:cNvPr id="1048735" name="Text 159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9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Shape 0"/>
          <p:cNvSpPr/>
          <p:nvPr/>
        </p:nvSpPr>
        <p:spPr>
          <a:xfrm>
            <a:off x="457200" y="164592"/>
            <a:ext cx="795528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8740" name="Text 1"/>
          <p:cNvSpPr/>
          <p:nvPr/>
        </p:nvSpPr>
        <p:spPr>
          <a:xfrm>
            <a:off x="457200" y="164592"/>
            <a:ext cx="795528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dirty="0" sz="900" lang="en-US"/>
          </a:p>
        </p:txBody>
      </p:sp>
      <p:sp>
        <p:nvSpPr>
          <p:cNvPr id="1048741" name="Text 2"/>
          <p:cNvSpPr/>
          <p:nvPr/>
        </p:nvSpPr>
        <p:spPr>
          <a:xfrm>
            <a:off x="457200" y="502920"/>
            <a:ext cx="82296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dirty="0" sz="3200" lang="en-US"/>
          </a:p>
        </p:txBody>
      </p:sp>
      <p:sp>
        <p:nvSpPr>
          <p:cNvPr id="1048742" name="Shape 3"/>
          <p:cNvSpPr/>
          <p:nvPr/>
        </p:nvSpPr>
        <p:spPr>
          <a:xfrm>
            <a:off x="365760" y="1188720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43" name="Text 4"/>
          <p:cNvSpPr/>
          <p:nvPr/>
        </p:nvSpPr>
        <p:spPr>
          <a:xfrm>
            <a:off x="502920" y="1252728"/>
            <a:ext cx="4572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dirty="0" sz="1800" lang="en-US"/>
          </a:p>
        </p:txBody>
      </p:sp>
      <p:sp>
        <p:nvSpPr>
          <p:cNvPr id="1048744" name="Text 5"/>
          <p:cNvSpPr/>
          <p:nvPr/>
        </p:nvSpPr>
        <p:spPr>
          <a:xfrm>
            <a:off x="1005840" y="1252728"/>
            <a:ext cx="32004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Introduction</a:t>
            </a:r>
            <a:endParaRPr dirty="0" sz="1400" lang="en-US"/>
          </a:p>
        </p:txBody>
      </p:sp>
      <p:sp>
        <p:nvSpPr>
          <p:cNvPr id="1048745" name="Shape 6"/>
          <p:cNvSpPr/>
          <p:nvPr/>
        </p:nvSpPr>
        <p:spPr>
          <a:xfrm>
            <a:off x="365760" y="1892808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46" name="Text 7"/>
          <p:cNvSpPr/>
          <p:nvPr/>
        </p:nvSpPr>
        <p:spPr>
          <a:xfrm>
            <a:off x="502920" y="1956816"/>
            <a:ext cx="4572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1800" lang="en-US"/>
          </a:p>
        </p:txBody>
      </p:sp>
      <p:sp>
        <p:nvSpPr>
          <p:cNvPr id="1048747" name="Text 8"/>
          <p:cNvSpPr/>
          <p:nvPr/>
        </p:nvSpPr>
        <p:spPr>
          <a:xfrm>
            <a:off x="1005840" y="1956816"/>
            <a:ext cx="32004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Objectives</a:t>
            </a:r>
            <a:endParaRPr dirty="0" sz="1400" lang="en-US"/>
          </a:p>
        </p:txBody>
      </p:sp>
      <p:sp>
        <p:nvSpPr>
          <p:cNvPr id="1048748" name="Shape 9"/>
          <p:cNvSpPr/>
          <p:nvPr/>
        </p:nvSpPr>
        <p:spPr>
          <a:xfrm>
            <a:off x="365760" y="2596896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49" name="Text 10"/>
          <p:cNvSpPr/>
          <p:nvPr/>
        </p:nvSpPr>
        <p:spPr>
          <a:xfrm>
            <a:off x="502920" y="2660904"/>
            <a:ext cx="4572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dirty="0" sz="1800" lang="en-US"/>
          </a:p>
        </p:txBody>
      </p:sp>
      <p:sp>
        <p:nvSpPr>
          <p:cNvPr id="1048750" name="Text 11"/>
          <p:cNvSpPr/>
          <p:nvPr/>
        </p:nvSpPr>
        <p:spPr>
          <a:xfrm>
            <a:off x="1005840" y="2660904"/>
            <a:ext cx="32004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dirty="0" sz="1400" lang="en-US"/>
          </a:p>
        </p:txBody>
      </p:sp>
      <p:sp>
        <p:nvSpPr>
          <p:cNvPr id="1048751" name="Shape 12"/>
          <p:cNvSpPr/>
          <p:nvPr/>
        </p:nvSpPr>
        <p:spPr>
          <a:xfrm>
            <a:off x="365760" y="3300984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52" name="Text 13"/>
          <p:cNvSpPr/>
          <p:nvPr/>
        </p:nvSpPr>
        <p:spPr>
          <a:xfrm>
            <a:off x="502920" y="3364992"/>
            <a:ext cx="4572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dirty="0" sz="1800" lang="en-US"/>
          </a:p>
        </p:txBody>
      </p:sp>
      <p:sp>
        <p:nvSpPr>
          <p:cNvPr id="1048753" name="Text 14"/>
          <p:cNvSpPr/>
          <p:nvPr/>
        </p:nvSpPr>
        <p:spPr>
          <a:xfrm>
            <a:off x="1005840" y="3364992"/>
            <a:ext cx="32004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Used</a:t>
            </a:r>
            <a:endParaRPr dirty="0" sz="1400" lang="en-US"/>
          </a:p>
        </p:txBody>
      </p:sp>
      <p:sp>
        <p:nvSpPr>
          <p:cNvPr id="1048754" name="Shape 15"/>
          <p:cNvSpPr/>
          <p:nvPr/>
        </p:nvSpPr>
        <p:spPr>
          <a:xfrm>
            <a:off x="365760" y="4005072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55" name="Text 16"/>
          <p:cNvSpPr/>
          <p:nvPr/>
        </p:nvSpPr>
        <p:spPr>
          <a:xfrm>
            <a:off x="502920" y="4069080"/>
            <a:ext cx="4572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dirty="0" sz="1800" lang="en-US"/>
          </a:p>
        </p:txBody>
      </p:sp>
      <p:sp>
        <p:nvSpPr>
          <p:cNvPr id="1048756" name="Text 17"/>
          <p:cNvSpPr/>
          <p:nvPr/>
        </p:nvSpPr>
        <p:spPr>
          <a:xfrm>
            <a:off x="1005840" y="4069080"/>
            <a:ext cx="32004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Processing</a:t>
            </a:r>
            <a:endParaRPr dirty="0" sz="1400" lang="en-US"/>
          </a:p>
        </p:txBody>
      </p:sp>
      <p:sp>
        <p:nvSpPr>
          <p:cNvPr id="1048757" name="Shape 18"/>
          <p:cNvSpPr/>
          <p:nvPr/>
        </p:nvSpPr>
        <p:spPr>
          <a:xfrm>
            <a:off x="4663440" y="1188720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58" name="Text 19"/>
          <p:cNvSpPr/>
          <p:nvPr/>
        </p:nvSpPr>
        <p:spPr>
          <a:xfrm>
            <a:off x="4800600" y="1252728"/>
            <a:ext cx="4572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dirty="0" sz="1800" lang="en-US"/>
          </a:p>
        </p:txBody>
      </p:sp>
      <p:sp>
        <p:nvSpPr>
          <p:cNvPr id="1048759" name="Text 20"/>
          <p:cNvSpPr/>
          <p:nvPr/>
        </p:nvSpPr>
        <p:spPr>
          <a:xfrm>
            <a:off x="5303520" y="1252728"/>
            <a:ext cx="32004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Analytical Queries</a:t>
            </a:r>
            <a:endParaRPr dirty="0" sz="1400" lang="en-US"/>
          </a:p>
        </p:txBody>
      </p:sp>
      <p:sp>
        <p:nvSpPr>
          <p:cNvPr id="1048760" name="Shape 21"/>
          <p:cNvSpPr/>
          <p:nvPr/>
        </p:nvSpPr>
        <p:spPr>
          <a:xfrm>
            <a:off x="4663440" y="1892808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61" name="Text 22"/>
          <p:cNvSpPr/>
          <p:nvPr/>
        </p:nvSpPr>
        <p:spPr>
          <a:xfrm>
            <a:off x="4800600" y="1956816"/>
            <a:ext cx="4572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dirty="0" sz="1800" lang="en-US"/>
          </a:p>
        </p:txBody>
      </p:sp>
      <p:sp>
        <p:nvSpPr>
          <p:cNvPr id="1048762" name="Text 23"/>
          <p:cNvSpPr/>
          <p:nvPr/>
        </p:nvSpPr>
        <p:spPr>
          <a:xfrm>
            <a:off x="5303520" y="1956816"/>
            <a:ext cx="32004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&amp; Insights</a:t>
            </a:r>
            <a:endParaRPr dirty="0" sz="1400" lang="en-US"/>
          </a:p>
        </p:txBody>
      </p:sp>
      <p:sp>
        <p:nvSpPr>
          <p:cNvPr id="1048763" name="Shape 24"/>
          <p:cNvSpPr/>
          <p:nvPr/>
        </p:nvSpPr>
        <p:spPr>
          <a:xfrm>
            <a:off x="4663440" y="2596896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64" name="Text 25"/>
          <p:cNvSpPr/>
          <p:nvPr/>
        </p:nvSpPr>
        <p:spPr>
          <a:xfrm>
            <a:off x="4800600" y="2660904"/>
            <a:ext cx="4572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dirty="0" sz="1800" lang="en-US"/>
          </a:p>
        </p:txBody>
      </p:sp>
      <p:sp>
        <p:nvSpPr>
          <p:cNvPr id="1048765" name="Text 26"/>
          <p:cNvSpPr/>
          <p:nvPr/>
        </p:nvSpPr>
        <p:spPr>
          <a:xfrm>
            <a:off x="5303520" y="2660904"/>
            <a:ext cx="32004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dirty="0" sz="1400" lang="en-US"/>
          </a:p>
        </p:txBody>
      </p:sp>
      <p:sp>
        <p:nvSpPr>
          <p:cNvPr id="1048766" name="Shape 27"/>
          <p:cNvSpPr/>
          <p:nvPr/>
        </p:nvSpPr>
        <p:spPr>
          <a:xfrm>
            <a:off x="4663440" y="3300984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67" name="Text 28"/>
          <p:cNvSpPr/>
          <p:nvPr/>
        </p:nvSpPr>
        <p:spPr>
          <a:xfrm>
            <a:off x="4800600" y="3364992"/>
            <a:ext cx="4572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dirty="0" sz="1800" lang="en-US"/>
          </a:p>
        </p:txBody>
      </p:sp>
      <p:sp>
        <p:nvSpPr>
          <p:cNvPr id="1048768" name="Text 29"/>
          <p:cNvSpPr/>
          <p:nvPr/>
        </p:nvSpPr>
        <p:spPr>
          <a:xfrm>
            <a:off x="5303520" y="3364992"/>
            <a:ext cx="320040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</a:t>
            </a:r>
            <a:endParaRPr dirty="0" sz="1400" lang="en-US"/>
          </a:p>
        </p:txBody>
      </p:sp>
      <p:sp>
        <p:nvSpPr>
          <p:cNvPr id="1048769" name="Text 30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9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Shape 0"/>
          <p:cNvSpPr/>
          <p:nvPr/>
        </p:nvSpPr>
        <p:spPr>
          <a:xfrm>
            <a:off x="9144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74" name="Shape 1"/>
          <p:cNvSpPr/>
          <p:nvPr/>
        </p:nvSpPr>
        <p:spPr>
          <a:xfrm>
            <a:off x="68580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75" name="Shape 2"/>
          <p:cNvSpPr/>
          <p:nvPr/>
        </p:nvSpPr>
        <p:spPr>
          <a:xfrm>
            <a:off x="128016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76" name="Shape 3"/>
          <p:cNvSpPr/>
          <p:nvPr/>
        </p:nvSpPr>
        <p:spPr>
          <a:xfrm>
            <a:off x="187452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77" name="Shape 4"/>
          <p:cNvSpPr/>
          <p:nvPr/>
        </p:nvSpPr>
        <p:spPr>
          <a:xfrm>
            <a:off x="246888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78" name="Shape 5"/>
          <p:cNvSpPr/>
          <p:nvPr/>
        </p:nvSpPr>
        <p:spPr>
          <a:xfrm>
            <a:off x="306324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79" name="Shape 6"/>
          <p:cNvSpPr/>
          <p:nvPr/>
        </p:nvSpPr>
        <p:spPr>
          <a:xfrm>
            <a:off x="365760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80" name="Shape 7"/>
          <p:cNvSpPr/>
          <p:nvPr/>
        </p:nvSpPr>
        <p:spPr>
          <a:xfrm>
            <a:off x="425196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81" name="Shape 8"/>
          <p:cNvSpPr/>
          <p:nvPr/>
        </p:nvSpPr>
        <p:spPr>
          <a:xfrm>
            <a:off x="484632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82" name="Shape 9"/>
          <p:cNvSpPr/>
          <p:nvPr/>
        </p:nvSpPr>
        <p:spPr>
          <a:xfrm>
            <a:off x="544068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83" name="Shape 10"/>
          <p:cNvSpPr/>
          <p:nvPr/>
        </p:nvSpPr>
        <p:spPr>
          <a:xfrm>
            <a:off x="603504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84" name="Shape 11"/>
          <p:cNvSpPr/>
          <p:nvPr/>
        </p:nvSpPr>
        <p:spPr>
          <a:xfrm>
            <a:off x="662940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85" name="Shape 12"/>
          <p:cNvSpPr/>
          <p:nvPr/>
        </p:nvSpPr>
        <p:spPr>
          <a:xfrm>
            <a:off x="722376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86" name="Shape 13"/>
          <p:cNvSpPr/>
          <p:nvPr/>
        </p:nvSpPr>
        <p:spPr>
          <a:xfrm>
            <a:off x="781812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87" name="Shape 14"/>
          <p:cNvSpPr/>
          <p:nvPr/>
        </p:nvSpPr>
        <p:spPr>
          <a:xfrm>
            <a:off x="841248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88" name="Shape 15"/>
          <p:cNvSpPr/>
          <p:nvPr/>
        </p:nvSpPr>
        <p:spPr>
          <a:xfrm>
            <a:off x="900684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89" name="Shape 16"/>
          <p:cNvSpPr/>
          <p:nvPr/>
        </p:nvSpPr>
        <p:spPr>
          <a:xfrm>
            <a:off x="9144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90" name="Shape 17"/>
          <p:cNvSpPr/>
          <p:nvPr/>
        </p:nvSpPr>
        <p:spPr>
          <a:xfrm>
            <a:off x="68580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91" name="Shape 18"/>
          <p:cNvSpPr/>
          <p:nvPr/>
        </p:nvSpPr>
        <p:spPr>
          <a:xfrm>
            <a:off x="128016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92" name="Shape 19"/>
          <p:cNvSpPr/>
          <p:nvPr/>
        </p:nvSpPr>
        <p:spPr>
          <a:xfrm>
            <a:off x="187452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93" name="Shape 20"/>
          <p:cNvSpPr/>
          <p:nvPr/>
        </p:nvSpPr>
        <p:spPr>
          <a:xfrm>
            <a:off x="246888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94" name="Shape 21"/>
          <p:cNvSpPr/>
          <p:nvPr/>
        </p:nvSpPr>
        <p:spPr>
          <a:xfrm>
            <a:off x="306324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95" name="Shape 22"/>
          <p:cNvSpPr/>
          <p:nvPr/>
        </p:nvSpPr>
        <p:spPr>
          <a:xfrm>
            <a:off x="365760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96" name="Shape 23"/>
          <p:cNvSpPr/>
          <p:nvPr/>
        </p:nvSpPr>
        <p:spPr>
          <a:xfrm>
            <a:off x="425196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97" name="Shape 24"/>
          <p:cNvSpPr/>
          <p:nvPr/>
        </p:nvSpPr>
        <p:spPr>
          <a:xfrm>
            <a:off x="484632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98" name="Shape 25"/>
          <p:cNvSpPr/>
          <p:nvPr/>
        </p:nvSpPr>
        <p:spPr>
          <a:xfrm>
            <a:off x="544068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799" name="Shape 26"/>
          <p:cNvSpPr/>
          <p:nvPr/>
        </p:nvSpPr>
        <p:spPr>
          <a:xfrm>
            <a:off x="603504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00" name="Shape 27"/>
          <p:cNvSpPr/>
          <p:nvPr/>
        </p:nvSpPr>
        <p:spPr>
          <a:xfrm>
            <a:off x="662940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01" name="Shape 28"/>
          <p:cNvSpPr/>
          <p:nvPr/>
        </p:nvSpPr>
        <p:spPr>
          <a:xfrm>
            <a:off x="722376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02" name="Shape 29"/>
          <p:cNvSpPr/>
          <p:nvPr/>
        </p:nvSpPr>
        <p:spPr>
          <a:xfrm>
            <a:off x="781812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03" name="Shape 30"/>
          <p:cNvSpPr/>
          <p:nvPr/>
        </p:nvSpPr>
        <p:spPr>
          <a:xfrm>
            <a:off x="841248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04" name="Shape 31"/>
          <p:cNvSpPr/>
          <p:nvPr/>
        </p:nvSpPr>
        <p:spPr>
          <a:xfrm>
            <a:off x="900684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05" name="Shape 32"/>
          <p:cNvSpPr/>
          <p:nvPr/>
        </p:nvSpPr>
        <p:spPr>
          <a:xfrm>
            <a:off x="9144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06" name="Shape 33"/>
          <p:cNvSpPr/>
          <p:nvPr/>
        </p:nvSpPr>
        <p:spPr>
          <a:xfrm>
            <a:off x="68580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07" name="Shape 34"/>
          <p:cNvSpPr/>
          <p:nvPr/>
        </p:nvSpPr>
        <p:spPr>
          <a:xfrm>
            <a:off x="128016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08" name="Shape 35"/>
          <p:cNvSpPr/>
          <p:nvPr/>
        </p:nvSpPr>
        <p:spPr>
          <a:xfrm>
            <a:off x="187452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09" name="Shape 36"/>
          <p:cNvSpPr/>
          <p:nvPr/>
        </p:nvSpPr>
        <p:spPr>
          <a:xfrm>
            <a:off x="246888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10" name="Shape 37"/>
          <p:cNvSpPr/>
          <p:nvPr/>
        </p:nvSpPr>
        <p:spPr>
          <a:xfrm>
            <a:off x="306324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11" name="Shape 38"/>
          <p:cNvSpPr/>
          <p:nvPr/>
        </p:nvSpPr>
        <p:spPr>
          <a:xfrm>
            <a:off x="365760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12" name="Shape 39"/>
          <p:cNvSpPr/>
          <p:nvPr/>
        </p:nvSpPr>
        <p:spPr>
          <a:xfrm>
            <a:off x="425196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13" name="Shape 40"/>
          <p:cNvSpPr/>
          <p:nvPr/>
        </p:nvSpPr>
        <p:spPr>
          <a:xfrm>
            <a:off x="484632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14" name="Shape 41"/>
          <p:cNvSpPr/>
          <p:nvPr/>
        </p:nvSpPr>
        <p:spPr>
          <a:xfrm>
            <a:off x="544068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15" name="Shape 42"/>
          <p:cNvSpPr/>
          <p:nvPr/>
        </p:nvSpPr>
        <p:spPr>
          <a:xfrm>
            <a:off x="603504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16" name="Shape 43"/>
          <p:cNvSpPr/>
          <p:nvPr/>
        </p:nvSpPr>
        <p:spPr>
          <a:xfrm>
            <a:off x="662940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17" name="Shape 44"/>
          <p:cNvSpPr/>
          <p:nvPr/>
        </p:nvSpPr>
        <p:spPr>
          <a:xfrm>
            <a:off x="722376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18" name="Shape 45"/>
          <p:cNvSpPr/>
          <p:nvPr/>
        </p:nvSpPr>
        <p:spPr>
          <a:xfrm>
            <a:off x="781812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19" name="Shape 46"/>
          <p:cNvSpPr/>
          <p:nvPr/>
        </p:nvSpPr>
        <p:spPr>
          <a:xfrm>
            <a:off x="841248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20" name="Shape 47"/>
          <p:cNvSpPr/>
          <p:nvPr/>
        </p:nvSpPr>
        <p:spPr>
          <a:xfrm>
            <a:off x="900684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21" name="Shape 48"/>
          <p:cNvSpPr/>
          <p:nvPr/>
        </p:nvSpPr>
        <p:spPr>
          <a:xfrm>
            <a:off x="9144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22" name="Shape 49"/>
          <p:cNvSpPr/>
          <p:nvPr/>
        </p:nvSpPr>
        <p:spPr>
          <a:xfrm>
            <a:off x="68580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23" name="Shape 50"/>
          <p:cNvSpPr/>
          <p:nvPr/>
        </p:nvSpPr>
        <p:spPr>
          <a:xfrm>
            <a:off x="128016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24" name="Shape 51"/>
          <p:cNvSpPr/>
          <p:nvPr/>
        </p:nvSpPr>
        <p:spPr>
          <a:xfrm>
            <a:off x="187452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25" name="Shape 52"/>
          <p:cNvSpPr/>
          <p:nvPr/>
        </p:nvSpPr>
        <p:spPr>
          <a:xfrm>
            <a:off x="246888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26" name="Shape 53"/>
          <p:cNvSpPr/>
          <p:nvPr/>
        </p:nvSpPr>
        <p:spPr>
          <a:xfrm>
            <a:off x="306324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27" name="Shape 54"/>
          <p:cNvSpPr/>
          <p:nvPr/>
        </p:nvSpPr>
        <p:spPr>
          <a:xfrm>
            <a:off x="365760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28" name="Shape 55"/>
          <p:cNvSpPr/>
          <p:nvPr/>
        </p:nvSpPr>
        <p:spPr>
          <a:xfrm>
            <a:off x="425196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29" name="Shape 56"/>
          <p:cNvSpPr/>
          <p:nvPr/>
        </p:nvSpPr>
        <p:spPr>
          <a:xfrm>
            <a:off x="484632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30" name="Shape 57"/>
          <p:cNvSpPr/>
          <p:nvPr/>
        </p:nvSpPr>
        <p:spPr>
          <a:xfrm>
            <a:off x="544068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31" name="Shape 58"/>
          <p:cNvSpPr/>
          <p:nvPr/>
        </p:nvSpPr>
        <p:spPr>
          <a:xfrm>
            <a:off x="603504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32" name="Shape 59"/>
          <p:cNvSpPr/>
          <p:nvPr/>
        </p:nvSpPr>
        <p:spPr>
          <a:xfrm>
            <a:off x="662940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33" name="Shape 60"/>
          <p:cNvSpPr/>
          <p:nvPr/>
        </p:nvSpPr>
        <p:spPr>
          <a:xfrm>
            <a:off x="722376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34" name="Shape 61"/>
          <p:cNvSpPr/>
          <p:nvPr/>
        </p:nvSpPr>
        <p:spPr>
          <a:xfrm>
            <a:off x="781812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35" name="Shape 62"/>
          <p:cNvSpPr/>
          <p:nvPr/>
        </p:nvSpPr>
        <p:spPr>
          <a:xfrm>
            <a:off x="841248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36" name="Shape 63"/>
          <p:cNvSpPr/>
          <p:nvPr/>
        </p:nvSpPr>
        <p:spPr>
          <a:xfrm>
            <a:off x="900684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37" name="Shape 64"/>
          <p:cNvSpPr/>
          <p:nvPr/>
        </p:nvSpPr>
        <p:spPr>
          <a:xfrm>
            <a:off x="9144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38" name="Shape 65"/>
          <p:cNvSpPr/>
          <p:nvPr/>
        </p:nvSpPr>
        <p:spPr>
          <a:xfrm>
            <a:off x="68580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39" name="Shape 66"/>
          <p:cNvSpPr/>
          <p:nvPr/>
        </p:nvSpPr>
        <p:spPr>
          <a:xfrm>
            <a:off x="128016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40" name="Shape 67"/>
          <p:cNvSpPr/>
          <p:nvPr/>
        </p:nvSpPr>
        <p:spPr>
          <a:xfrm>
            <a:off x="187452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41" name="Shape 68"/>
          <p:cNvSpPr/>
          <p:nvPr/>
        </p:nvSpPr>
        <p:spPr>
          <a:xfrm>
            <a:off x="246888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42" name="Shape 69"/>
          <p:cNvSpPr/>
          <p:nvPr/>
        </p:nvSpPr>
        <p:spPr>
          <a:xfrm>
            <a:off x="306324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43" name="Shape 70"/>
          <p:cNvSpPr/>
          <p:nvPr/>
        </p:nvSpPr>
        <p:spPr>
          <a:xfrm>
            <a:off x="365760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44" name="Shape 71"/>
          <p:cNvSpPr/>
          <p:nvPr/>
        </p:nvSpPr>
        <p:spPr>
          <a:xfrm>
            <a:off x="425196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45" name="Shape 72"/>
          <p:cNvSpPr/>
          <p:nvPr/>
        </p:nvSpPr>
        <p:spPr>
          <a:xfrm>
            <a:off x="484632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46" name="Shape 73"/>
          <p:cNvSpPr/>
          <p:nvPr/>
        </p:nvSpPr>
        <p:spPr>
          <a:xfrm>
            <a:off x="544068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47" name="Shape 74"/>
          <p:cNvSpPr/>
          <p:nvPr/>
        </p:nvSpPr>
        <p:spPr>
          <a:xfrm>
            <a:off x="603504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48" name="Shape 75"/>
          <p:cNvSpPr/>
          <p:nvPr/>
        </p:nvSpPr>
        <p:spPr>
          <a:xfrm>
            <a:off x="662940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49" name="Shape 76"/>
          <p:cNvSpPr/>
          <p:nvPr/>
        </p:nvSpPr>
        <p:spPr>
          <a:xfrm>
            <a:off x="722376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50" name="Shape 77"/>
          <p:cNvSpPr/>
          <p:nvPr/>
        </p:nvSpPr>
        <p:spPr>
          <a:xfrm>
            <a:off x="781812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51" name="Shape 78"/>
          <p:cNvSpPr/>
          <p:nvPr/>
        </p:nvSpPr>
        <p:spPr>
          <a:xfrm>
            <a:off x="841248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52" name="Shape 79"/>
          <p:cNvSpPr/>
          <p:nvPr/>
        </p:nvSpPr>
        <p:spPr>
          <a:xfrm>
            <a:off x="900684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53" name="Shape 80"/>
          <p:cNvSpPr/>
          <p:nvPr/>
        </p:nvSpPr>
        <p:spPr>
          <a:xfrm>
            <a:off x="9144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54" name="Shape 81"/>
          <p:cNvSpPr/>
          <p:nvPr/>
        </p:nvSpPr>
        <p:spPr>
          <a:xfrm>
            <a:off x="68580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55" name="Shape 82"/>
          <p:cNvSpPr/>
          <p:nvPr/>
        </p:nvSpPr>
        <p:spPr>
          <a:xfrm>
            <a:off x="128016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56" name="Shape 83"/>
          <p:cNvSpPr/>
          <p:nvPr/>
        </p:nvSpPr>
        <p:spPr>
          <a:xfrm>
            <a:off x="187452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57" name="Shape 84"/>
          <p:cNvSpPr/>
          <p:nvPr/>
        </p:nvSpPr>
        <p:spPr>
          <a:xfrm>
            <a:off x="246888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58" name="Shape 85"/>
          <p:cNvSpPr/>
          <p:nvPr/>
        </p:nvSpPr>
        <p:spPr>
          <a:xfrm>
            <a:off x="306324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59" name="Shape 86"/>
          <p:cNvSpPr/>
          <p:nvPr/>
        </p:nvSpPr>
        <p:spPr>
          <a:xfrm>
            <a:off x="365760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60" name="Shape 87"/>
          <p:cNvSpPr/>
          <p:nvPr/>
        </p:nvSpPr>
        <p:spPr>
          <a:xfrm>
            <a:off x="425196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61" name="Shape 88"/>
          <p:cNvSpPr/>
          <p:nvPr/>
        </p:nvSpPr>
        <p:spPr>
          <a:xfrm>
            <a:off x="484632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62" name="Shape 89"/>
          <p:cNvSpPr/>
          <p:nvPr/>
        </p:nvSpPr>
        <p:spPr>
          <a:xfrm>
            <a:off x="544068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63" name="Shape 90"/>
          <p:cNvSpPr/>
          <p:nvPr/>
        </p:nvSpPr>
        <p:spPr>
          <a:xfrm>
            <a:off x="603504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64" name="Shape 91"/>
          <p:cNvSpPr/>
          <p:nvPr/>
        </p:nvSpPr>
        <p:spPr>
          <a:xfrm>
            <a:off x="662940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65" name="Shape 92"/>
          <p:cNvSpPr/>
          <p:nvPr/>
        </p:nvSpPr>
        <p:spPr>
          <a:xfrm>
            <a:off x="722376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66" name="Shape 93"/>
          <p:cNvSpPr/>
          <p:nvPr/>
        </p:nvSpPr>
        <p:spPr>
          <a:xfrm>
            <a:off x="781812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67" name="Shape 94"/>
          <p:cNvSpPr/>
          <p:nvPr/>
        </p:nvSpPr>
        <p:spPr>
          <a:xfrm>
            <a:off x="841248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68" name="Shape 95"/>
          <p:cNvSpPr/>
          <p:nvPr/>
        </p:nvSpPr>
        <p:spPr>
          <a:xfrm>
            <a:off x="900684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69" name="Shape 96"/>
          <p:cNvSpPr/>
          <p:nvPr/>
        </p:nvSpPr>
        <p:spPr>
          <a:xfrm>
            <a:off x="9144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70" name="Shape 97"/>
          <p:cNvSpPr/>
          <p:nvPr/>
        </p:nvSpPr>
        <p:spPr>
          <a:xfrm>
            <a:off x="68580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71" name="Shape 98"/>
          <p:cNvSpPr/>
          <p:nvPr/>
        </p:nvSpPr>
        <p:spPr>
          <a:xfrm>
            <a:off x="128016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72" name="Shape 99"/>
          <p:cNvSpPr/>
          <p:nvPr/>
        </p:nvSpPr>
        <p:spPr>
          <a:xfrm>
            <a:off x="187452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73" name="Shape 100"/>
          <p:cNvSpPr/>
          <p:nvPr/>
        </p:nvSpPr>
        <p:spPr>
          <a:xfrm>
            <a:off x="246888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74" name="Shape 101"/>
          <p:cNvSpPr/>
          <p:nvPr/>
        </p:nvSpPr>
        <p:spPr>
          <a:xfrm>
            <a:off x="306324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75" name="Shape 102"/>
          <p:cNvSpPr/>
          <p:nvPr/>
        </p:nvSpPr>
        <p:spPr>
          <a:xfrm>
            <a:off x="365760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76" name="Shape 103"/>
          <p:cNvSpPr/>
          <p:nvPr/>
        </p:nvSpPr>
        <p:spPr>
          <a:xfrm>
            <a:off x="425196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77" name="Shape 104"/>
          <p:cNvSpPr/>
          <p:nvPr/>
        </p:nvSpPr>
        <p:spPr>
          <a:xfrm>
            <a:off x="484632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78" name="Shape 105"/>
          <p:cNvSpPr/>
          <p:nvPr/>
        </p:nvSpPr>
        <p:spPr>
          <a:xfrm>
            <a:off x="544068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79" name="Shape 106"/>
          <p:cNvSpPr/>
          <p:nvPr/>
        </p:nvSpPr>
        <p:spPr>
          <a:xfrm>
            <a:off x="603504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80" name="Shape 107"/>
          <p:cNvSpPr/>
          <p:nvPr/>
        </p:nvSpPr>
        <p:spPr>
          <a:xfrm>
            <a:off x="662940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81" name="Shape 108"/>
          <p:cNvSpPr/>
          <p:nvPr/>
        </p:nvSpPr>
        <p:spPr>
          <a:xfrm>
            <a:off x="722376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82" name="Shape 109"/>
          <p:cNvSpPr/>
          <p:nvPr/>
        </p:nvSpPr>
        <p:spPr>
          <a:xfrm>
            <a:off x="781812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83" name="Shape 110"/>
          <p:cNvSpPr/>
          <p:nvPr/>
        </p:nvSpPr>
        <p:spPr>
          <a:xfrm>
            <a:off x="841248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84" name="Shape 111"/>
          <p:cNvSpPr/>
          <p:nvPr/>
        </p:nvSpPr>
        <p:spPr>
          <a:xfrm>
            <a:off x="900684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85" name="Shape 112"/>
          <p:cNvSpPr/>
          <p:nvPr/>
        </p:nvSpPr>
        <p:spPr>
          <a:xfrm>
            <a:off x="9144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86" name="Shape 113"/>
          <p:cNvSpPr/>
          <p:nvPr/>
        </p:nvSpPr>
        <p:spPr>
          <a:xfrm>
            <a:off x="68580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87" name="Shape 114"/>
          <p:cNvSpPr/>
          <p:nvPr/>
        </p:nvSpPr>
        <p:spPr>
          <a:xfrm>
            <a:off x="128016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88" name="Shape 115"/>
          <p:cNvSpPr/>
          <p:nvPr/>
        </p:nvSpPr>
        <p:spPr>
          <a:xfrm>
            <a:off x="187452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89" name="Shape 116"/>
          <p:cNvSpPr/>
          <p:nvPr/>
        </p:nvSpPr>
        <p:spPr>
          <a:xfrm>
            <a:off x="246888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90" name="Shape 117"/>
          <p:cNvSpPr/>
          <p:nvPr/>
        </p:nvSpPr>
        <p:spPr>
          <a:xfrm>
            <a:off x="306324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91" name="Shape 118"/>
          <p:cNvSpPr/>
          <p:nvPr/>
        </p:nvSpPr>
        <p:spPr>
          <a:xfrm>
            <a:off x="365760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92" name="Shape 119"/>
          <p:cNvSpPr/>
          <p:nvPr/>
        </p:nvSpPr>
        <p:spPr>
          <a:xfrm>
            <a:off x="425196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93" name="Shape 120"/>
          <p:cNvSpPr/>
          <p:nvPr/>
        </p:nvSpPr>
        <p:spPr>
          <a:xfrm>
            <a:off x="484632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94" name="Shape 121"/>
          <p:cNvSpPr/>
          <p:nvPr/>
        </p:nvSpPr>
        <p:spPr>
          <a:xfrm>
            <a:off x="544068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95" name="Shape 122"/>
          <p:cNvSpPr/>
          <p:nvPr/>
        </p:nvSpPr>
        <p:spPr>
          <a:xfrm>
            <a:off x="603504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96" name="Shape 123"/>
          <p:cNvSpPr/>
          <p:nvPr/>
        </p:nvSpPr>
        <p:spPr>
          <a:xfrm>
            <a:off x="662940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97" name="Shape 124"/>
          <p:cNvSpPr/>
          <p:nvPr/>
        </p:nvSpPr>
        <p:spPr>
          <a:xfrm>
            <a:off x="722376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98" name="Shape 125"/>
          <p:cNvSpPr/>
          <p:nvPr/>
        </p:nvSpPr>
        <p:spPr>
          <a:xfrm>
            <a:off x="781812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899" name="Shape 126"/>
          <p:cNvSpPr/>
          <p:nvPr/>
        </p:nvSpPr>
        <p:spPr>
          <a:xfrm>
            <a:off x="841248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00" name="Shape 127"/>
          <p:cNvSpPr/>
          <p:nvPr/>
        </p:nvSpPr>
        <p:spPr>
          <a:xfrm>
            <a:off x="900684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01" name="Shape 128"/>
          <p:cNvSpPr/>
          <p:nvPr/>
        </p:nvSpPr>
        <p:spPr>
          <a:xfrm>
            <a:off x="9144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02" name="Shape 129"/>
          <p:cNvSpPr/>
          <p:nvPr/>
        </p:nvSpPr>
        <p:spPr>
          <a:xfrm>
            <a:off x="68580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03" name="Shape 130"/>
          <p:cNvSpPr/>
          <p:nvPr/>
        </p:nvSpPr>
        <p:spPr>
          <a:xfrm>
            <a:off x="128016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04" name="Shape 131"/>
          <p:cNvSpPr/>
          <p:nvPr/>
        </p:nvSpPr>
        <p:spPr>
          <a:xfrm>
            <a:off x="187452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05" name="Shape 132"/>
          <p:cNvSpPr/>
          <p:nvPr/>
        </p:nvSpPr>
        <p:spPr>
          <a:xfrm>
            <a:off x="246888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06" name="Shape 133"/>
          <p:cNvSpPr/>
          <p:nvPr/>
        </p:nvSpPr>
        <p:spPr>
          <a:xfrm>
            <a:off x="306324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07" name="Shape 134"/>
          <p:cNvSpPr/>
          <p:nvPr/>
        </p:nvSpPr>
        <p:spPr>
          <a:xfrm>
            <a:off x="365760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08" name="Shape 135"/>
          <p:cNvSpPr/>
          <p:nvPr/>
        </p:nvSpPr>
        <p:spPr>
          <a:xfrm>
            <a:off x="425196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09" name="Shape 136"/>
          <p:cNvSpPr/>
          <p:nvPr/>
        </p:nvSpPr>
        <p:spPr>
          <a:xfrm>
            <a:off x="484632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10" name="Shape 137"/>
          <p:cNvSpPr/>
          <p:nvPr/>
        </p:nvSpPr>
        <p:spPr>
          <a:xfrm>
            <a:off x="544068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11" name="Shape 138"/>
          <p:cNvSpPr/>
          <p:nvPr/>
        </p:nvSpPr>
        <p:spPr>
          <a:xfrm>
            <a:off x="603504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12" name="Shape 139"/>
          <p:cNvSpPr/>
          <p:nvPr/>
        </p:nvSpPr>
        <p:spPr>
          <a:xfrm>
            <a:off x="662940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13" name="Shape 140"/>
          <p:cNvSpPr/>
          <p:nvPr/>
        </p:nvSpPr>
        <p:spPr>
          <a:xfrm>
            <a:off x="722376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14" name="Shape 141"/>
          <p:cNvSpPr/>
          <p:nvPr/>
        </p:nvSpPr>
        <p:spPr>
          <a:xfrm>
            <a:off x="781812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15" name="Shape 142"/>
          <p:cNvSpPr/>
          <p:nvPr/>
        </p:nvSpPr>
        <p:spPr>
          <a:xfrm>
            <a:off x="841248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16" name="Shape 143"/>
          <p:cNvSpPr/>
          <p:nvPr/>
        </p:nvSpPr>
        <p:spPr>
          <a:xfrm>
            <a:off x="900684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8917" name="Text 144"/>
          <p:cNvSpPr/>
          <p:nvPr/>
        </p:nvSpPr>
        <p:spPr>
          <a:xfrm>
            <a:off x="457200" y="228600"/>
            <a:ext cx="82296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40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dirty="0" sz="1100" lang="en-US"/>
          </a:p>
        </p:txBody>
      </p:sp>
      <p:sp>
        <p:nvSpPr>
          <p:cNvPr id="1048918" name="Text 145"/>
          <p:cNvSpPr/>
          <p:nvPr/>
        </p:nvSpPr>
        <p:spPr>
          <a:xfrm>
            <a:off x="457200" y="548640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dirty="0" sz="3600" lang="en-US"/>
          </a:p>
        </p:txBody>
      </p:sp>
      <p:sp>
        <p:nvSpPr>
          <p:cNvPr id="1048919" name="Shape 146"/>
          <p:cNvSpPr/>
          <p:nvPr/>
        </p:nvSpPr>
        <p:spPr>
          <a:xfrm>
            <a:off x="457200" y="132588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20" name="Shape 147"/>
          <p:cNvSpPr/>
          <p:nvPr/>
        </p:nvSpPr>
        <p:spPr>
          <a:xfrm>
            <a:off x="594360" y="1481328"/>
            <a:ext cx="201168" cy="201168"/>
          </a:xfrm>
          <a:prstGeom prst="ellipse"/>
          <a:solidFill>
            <a:srgbClr val="06B6D4"/>
          </a:solidFill>
        </p:spPr>
      </p:sp>
      <p:sp>
        <p:nvSpPr>
          <p:cNvPr id="1048921" name="Text 148"/>
          <p:cNvSpPr/>
          <p:nvPr/>
        </p:nvSpPr>
        <p:spPr>
          <a:xfrm>
            <a:off x="914400" y="1353312"/>
            <a:ext cx="758952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on the Google Play Store dataset using Python.</a:t>
            </a:r>
            <a:endParaRPr dirty="0" sz="1300" lang="en-US"/>
          </a:p>
        </p:txBody>
      </p:sp>
      <p:sp>
        <p:nvSpPr>
          <p:cNvPr id="1048922" name="Shape 149"/>
          <p:cNvSpPr/>
          <p:nvPr/>
        </p:nvSpPr>
        <p:spPr>
          <a:xfrm>
            <a:off x="457200" y="2039112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23" name="Shape 150"/>
          <p:cNvSpPr/>
          <p:nvPr/>
        </p:nvSpPr>
        <p:spPr>
          <a:xfrm>
            <a:off x="594360" y="2194560"/>
            <a:ext cx="201168" cy="201168"/>
          </a:xfrm>
          <a:prstGeom prst="ellipse"/>
          <a:solidFill>
            <a:srgbClr val="06B6D4"/>
          </a:solidFill>
        </p:spPr>
      </p:sp>
      <p:sp>
        <p:nvSpPr>
          <p:cNvPr id="1048924" name="Text 151"/>
          <p:cNvSpPr/>
          <p:nvPr/>
        </p:nvSpPr>
        <p:spPr>
          <a:xfrm>
            <a:off x="914400" y="2066544"/>
            <a:ext cx="758952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key factors contributing to mobile app success — ratings, installs, reviews, pricing, and categories.</a:t>
            </a:r>
            <a:endParaRPr dirty="0" sz="1300" lang="en-US"/>
          </a:p>
        </p:txBody>
      </p:sp>
      <p:sp>
        <p:nvSpPr>
          <p:cNvPr id="1048925" name="Shape 152"/>
          <p:cNvSpPr/>
          <p:nvPr/>
        </p:nvSpPr>
        <p:spPr>
          <a:xfrm>
            <a:off x="457200" y="2752344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26" name="Shape 153"/>
          <p:cNvSpPr/>
          <p:nvPr/>
        </p:nvSpPr>
        <p:spPr>
          <a:xfrm>
            <a:off x="594360" y="2907792"/>
            <a:ext cx="201168" cy="201168"/>
          </a:xfrm>
          <a:prstGeom prst="ellipse"/>
          <a:solidFill>
            <a:srgbClr val="06B6D4"/>
          </a:solidFill>
        </p:spPr>
      </p:sp>
      <p:sp>
        <p:nvSpPr>
          <p:cNvPr id="1048927" name="Text 154"/>
          <p:cNvSpPr/>
          <p:nvPr/>
        </p:nvSpPr>
        <p:spPr>
          <a:xfrm>
            <a:off x="914400" y="2779776"/>
            <a:ext cx="758952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Pandas, NumPy, Matplotlib, and Seaborn across a complete data pipeline.</a:t>
            </a:r>
            <a:endParaRPr dirty="0" sz="1300" lang="en-US"/>
          </a:p>
        </p:txBody>
      </p:sp>
      <p:sp>
        <p:nvSpPr>
          <p:cNvPr id="1048928" name="Shape 155"/>
          <p:cNvSpPr/>
          <p:nvPr/>
        </p:nvSpPr>
        <p:spPr>
          <a:xfrm>
            <a:off x="457200" y="3465576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29" name="Shape 156"/>
          <p:cNvSpPr/>
          <p:nvPr/>
        </p:nvSpPr>
        <p:spPr>
          <a:xfrm>
            <a:off x="594360" y="3621024"/>
            <a:ext cx="201168" cy="201168"/>
          </a:xfrm>
          <a:prstGeom prst="ellipse"/>
          <a:solidFill>
            <a:srgbClr val="06B6D4"/>
          </a:solidFill>
        </p:spPr>
      </p:sp>
      <p:sp>
        <p:nvSpPr>
          <p:cNvPr id="1048930" name="Text 157"/>
          <p:cNvSpPr/>
          <p:nvPr/>
        </p:nvSpPr>
        <p:spPr>
          <a:xfrm>
            <a:off x="914400" y="3493008"/>
            <a:ext cx="758952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visualizations produced; 20 analytical queries answered; full data cleaning applied.</a:t>
            </a:r>
            <a:endParaRPr dirty="0" sz="1300" lang="en-US"/>
          </a:p>
        </p:txBody>
      </p:sp>
      <p:sp>
        <p:nvSpPr>
          <p:cNvPr id="1048931" name="Shape 158"/>
          <p:cNvSpPr/>
          <p:nvPr/>
        </p:nvSpPr>
        <p:spPr>
          <a:xfrm>
            <a:off x="457200" y="4178808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32" name="Shape 159"/>
          <p:cNvSpPr/>
          <p:nvPr/>
        </p:nvSpPr>
        <p:spPr>
          <a:xfrm>
            <a:off x="594360" y="4334256"/>
            <a:ext cx="201168" cy="201168"/>
          </a:xfrm>
          <a:prstGeom prst="ellipse"/>
          <a:solidFill>
            <a:srgbClr val="06B6D4"/>
          </a:solidFill>
        </p:spPr>
      </p:sp>
      <p:sp>
        <p:nvSpPr>
          <p:cNvPr id="1048933" name="Text 160"/>
          <p:cNvSpPr/>
          <p:nvPr/>
        </p:nvSpPr>
        <p:spPr>
          <a:xfrm>
            <a:off x="914400" y="4206240"/>
            <a:ext cx="758952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help developers and businesses understand market trends and user preferences.</a:t>
            </a:r>
            <a:endParaRPr dirty="0" sz="1300" lang="en-US"/>
          </a:p>
        </p:txBody>
      </p:sp>
      <p:sp>
        <p:nvSpPr>
          <p:cNvPr id="1048934" name="Text 161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9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8" name="Shape 0"/>
          <p:cNvSpPr/>
          <p:nvPr/>
        </p:nvSpPr>
        <p:spPr>
          <a:xfrm>
            <a:off x="457200" y="164592"/>
            <a:ext cx="1316736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8939" name="Text 1"/>
          <p:cNvSpPr/>
          <p:nvPr/>
        </p:nvSpPr>
        <p:spPr>
          <a:xfrm>
            <a:off x="457200" y="164592"/>
            <a:ext cx="1316736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dirty="0" sz="900" lang="en-US"/>
          </a:p>
        </p:txBody>
      </p:sp>
      <p:sp>
        <p:nvSpPr>
          <p:cNvPr id="1048940" name="Text 2"/>
          <p:cNvSpPr/>
          <p:nvPr/>
        </p:nvSpPr>
        <p:spPr>
          <a:xfrm>
            <a:off x="457200" y="475488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Analyze the Google Play Store?</a:t>
            </a:r>
            <a:endParaRPr dirty="0" sz="3000" lang="en-US"/>
          </a:p>
        </p:txBody>
      </p:sp>
      <p:sp>
        <p:nvSpPr>
          <p:cNvPr id="1048941" name="Shape 3"/>
          <p:cNvSpPr/>
          <p:nvPr/>
        </p:nvSpPr>
        <p:spPr>
          <a:xfrm>
            <a:off x="365760" y="123444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42" name="Text 4"/>
          <p:cNvSpPr/>
          <p:nvPr/>
        </p:nvSpPr>
        <p:spPr>
          <a:xfrm>
            <a:off x="365760" y="1325880"/>
            <a:ext cx="19202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32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</a:t>
            </a:r>
            <a:endParaRPr dirty="0" sz="3200" lang="en-US"/>
          </a:p>
        </p:txBody>
      </p:sp>
      <p:sp>
        <p:nvSpPr>
          <p:cNvPr id="1048943" name="Text 5"/>
          <p:cNvSpPr/>
          <p:nvPr/>
        </p:nvSpPr>
        <p:spPr>
          <a:xfrm>
            <a:off x="365760" y="1874520"/>
            <a:ext cx="192024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on Play Store</a:t>
            </a:r>
            <a:endParaRPr dirty="0" sz="1200" lang="en-US"/>
          </a:p>
        </p:txBody>
      </p:sp>
      <p:sp>
        <p:nvSpPr>
          <p:cNvPr id="1048944" name="Shape 6"/>
          <p:cNvSpPr/>
          <p:nvPr/>
        </p:nvSpPr>
        <p:spPr>
          <a:xfrm>
            <a:off x="2514600" y="123444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45" name="Text 7"/>
          <p:cNvSpPr/>
          <p:nvPr/>
        </p:nvSpPr>
        <p:spPr>
          <a:xfrm>
            <a:off x="2514600" y="1325880"/>
            <a:ext cx="19202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32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2.5B+</a:t>
            </a:r>
            <a:endParaRPr dirty="0" sz="3200" lang="en-US"/>
          </a:p>
        </p:txBody>
      </p:sp>
      <p:sp>
        <p:nvSpPr>
          <p:cNvPr id="1048946" name="Text 8"/>
          <p:cNvSpPr/>
          <p:nvPr/>
        </p:nvSpPr>
        <p:spPr>
          <a:xfrm>
            <a:off x="2514600" y="1874520"/>
            <a:ext cx="192024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Users</a:t>
            </a:r>
            <a:endParaRPr dirty="0" sz="1200" lang="en-US"/>
          </a:p>
        </p:txBody>
      </p:sp>
      <p:sp>
        <p:nvSpPr>
          <p:cNvPr id="1048947" name="Shape 9"/>
          <p:cNvSpPr/>
          <p:nvPr/>
        </p:nvSpPr>
        <p:spPr>
          <a:xfrm>
            <a:off x="4663440" y="123444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48" name="Text 10"/>
          <p:cNvSpPr/>
          <p:nvPr/>
        </p:nvSpPr>
        <p:spPr>
          <a:xfrm>
            <a:off x="4663440" y="1325880"/>
            <a:ext cx="19202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32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dirty="0" sz="3200" lang="en-US"/>
          </a:p>
        </p:txBody>
      </p:sp>
      <p:sp>
        <p:nvSpPr>
          <p:cNvPr id="1048949" name="Text 11"/>
          <p:cNvSpPr/>
          <p:nvPr/>
        </p:nvSpPr>
        <p:spPr>
          <a:xfrm>
            <a:off x="4663440" y="1874520"/>
            <a:ext cx="192024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are FREE</a:t>
            </a:r>
            <a:endParaRPr dirty="0" sz="1200" lang="en-US"/>
          </a:p>
        </p:txBody>
      </p:sp>
      <p:sp>
        <p:nvSpPr>
          <p:cNvPr id="1048950" name="Shape 12"/>
          <p:cNvSpPr/>
          <p:nvPr/>
        </p:nvSpPr>
        <p:spPr>
          <a:xfrm>
            <a:off x="6812280" y="123444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51" name="Text 13"/>
          <p:cNvSpPr/>
          <p:nvPr/>
        </p:nvSpPr>
        <p:spPr>
          <a:xfrm>
            <a:off x="6812280" y="1325880"/>
            <a:ext cx="19202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32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4.0+</a:t>
            </a:r>
            <a:endParaRPr dirty="0" sz="3200" lang="en-US"/>
          </a:p>
        </p:txBody>
      </p:sp>
      <p:sp>
        <p:nvSpPr>
          <p:cNvPr id="1048952" name="Text 14"/>
          <p:cNvSpPr/>
          <p:nvPr/>
        </p:nvSpPr>
        <p:spPr>
          <a:xfrm>
            <a:off x="6812280" y="1874520"/>
            <a:ext cx="192024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 Goal</a:t>
            </a:r>
            <a:endParaRPr dirty="0" sz="1200" lang="en-US"/>
          </a:p>
        </p:txBody>
      </p:sp>
      <p:sp>
        <p:nvSpPr>
          <p:cNvPr id="1048953" name="Text 15"/>
          <p:cNvSpPr/>
          <p:nvPr/>
        </p:nvSpPr>
        <p:spPr>
          <a:xfrm>
            <a:off x="457200" y="2743200"/>
            <a:ext cx="82296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dirty="0" sz="1600" lang="en-US"/>
          </a:p>
        </p:txBody>
      </p:sp>
      <p:sp>
        <p:nvSpPr>
          <p:cNvPr id="1048954" name="Text 16"/>
          <p:cNvSpPr/>
          <p:nvPr/>
        </p:nvSpPr>
        <p:spPr>
          <a:xfrm>
            <a:off x="457200" y="3108960"/>
            <a:ext cx="822960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mobile apps fail to achieve traction. Developers lack data-driven insights when designing or marketing applications. This project addresses that gap using real Play Store data to answer 7 key research questions.</a:t>
            </a:r>
            <a:endParaRPr dirty="0" sz="1350" lang="en-US"/>
          </a:p>
        </p:txBody>
      </p:sp>
      <p:sp>
        <p:nvSpPr>
          <p:cNvPr id="1048955" name="Text 17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9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9" name="Shape 0"/>
          <p:cNvSpPr/>
          <p:nvPr/>
        </p:nvSpPr>
        <p:spPr>
          <a:xfrm>
            <a:off x="457200" y="164592"/>
            <a:ext cx="882396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8960" name="Text 1"/>
          <p:cNvSpPr/>
          <p:nvPr/>
        </p:nvSpPr>
        <p:spPr>
          <a:xfrm>
            <a:off x="457200" y="164592"/>
            <a:ext cx="882396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dirty="0" sz="900" lang="en-US"/>
          </a:p>
        </p:txBody>
      </p:sp>
      <p:sp>
        <p:nvSpPr>
          <p:cNvPr id="1048961" name="Text 2"/>
          <p:cNvSpPr/>
          <p:nvPr/>
        </p:nvSpPr>
        <p:spPr>
          <a:xfrm>
            <a:off x="457200" y="475488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Dataset</a:t>
            </a:r>
            <a:endParaRPr dirty="0" sz="3000" lang="en-US"/>
          </a:p>
        </p:txBody>
      </p:sp>
      <p:sp>
        <p:nvSpPr>
          <p:cNvPr id="1048962" name="Shape 3"/>
          <p:cNvSpPr/>
          <p:nvPr/>
        </p:nvSpPr>
        <p:spPr>
          <a:xfrm>
            <a:off x="365760" y="118872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63" name="Text 4"/>
          <p:cNvSpPr/>
          <p:nvPr/>
        </p:nvSpPr>
        <p:spPr>
          <a:xfrm>
            <a:off x="502920" y="1298448"/>
            <a:ext cx="29260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dirty="0" sz="1400" lang="en-US"/>
          </a:p>
        </p:txBody>
      </p:sp>
      <p:sp>
        <p:nvSpPr>
          <p:cNvPr id="1048964" name="Text 5"/>
          <p:cNvSpPr/>
          <p:nvPr/>
        </p:nvSpPr>
        <p:spPr>
          <a:xfrm>
            <a:off x="502920" y="1828800"/>
            <a:ext cx="12801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dirty="0" sz="1200" lang="en-US"/>
          </a:p>
        </p:txBody>
      </p:sp>
      <p:sp>
        <p:nvSpPr>
          <p:cNvPr id="1048965" name="Text 6"/>
          <p:cNvSpPr/>
          <p:nvPr/>
        </p:nvSpPr>
        <p:spPr>
          <a:xfrm>
            <a:off x="1828800" y="1828800"/>
            <a:ext cx="16459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dirty="0" sz="1200" lang="en-US"/>
          </a:p>
        </p:txBody>
      </p:sp>
      <p:sp>
        <p:nvSpPr>
          <p:cNvPr id="1048966" name="Text 7"/>
          <p:cNvSpPr/>
          <p:nvPr/>
        </p:nvSpPr>
        <p:spPr>
          <a:xfrm>
            <a:off x="502920" y="2304288"/>
            <a:ext cx="12801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dirty="0" sz="1200" lang="en-US"/>
          </a:p>
        </p:txBody>
      </p:sp>
      <p:sp>
        <p:nvSpPr>
          <p:cNvPr id="1048967" name="Text 8"/>
          <p:cNvSpPr/>
          <p:nvPr/>
        </p:nvSpPr>
        <p:spPr>
          <a:xfrm>
            <a:off x="1828800" y="2304288"/>
            <a:ext cx="16459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~10,000+ apps</a:t>
            </a:r>
            <a:endParaRPr dirty="0" sz="1200" lang="en-US"/>
          </a:p>
        </p:txBody>
      </p:sp>
      <p:sp>
        <p:nvSpPr>
          <p:cNvPr id="1048968" name="Text 9"/>
          <p:cNvSpPr/>
          <p:nvPr/>
        </p:nvSpPr>
        <p:spPr>
          <a:xfrm>
            <a:off x="502920" y="2779776"/>
            <a:ext cx="12801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dirty="0" sz="1200" lang="en-US"/>
          </a:p>
        </p:txBody>
      </p:sp>
      <p:sp>
        <p:nvSpPr>
          <p:cNvPr id="1048969" name="Text 10"/>
          <p:cNvSpPr/>
          <p:nvPr/>
        </p:nvSpPr>
        <p:spPr>
          <a:xfrm>
            <a:off x="1828800" y="2779776"/>
            <a:ext cx="16459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attributes</a:t>
            </a:r>
            <a:endParaRPr dirty="0" sz="1200" lang="en-US"/>
          </a:p>
        </p:txBody>
      </p:sp>
      <p:sp>
        <p:nvSpPr>
          <p:cNvPr id="1048970" name="Text 11"/>
          <p:cNvSpPr/>
          <p:nvPr/>
        </p:nvSpPr>
        <p:spPr>
          <a:xfrm>
            <a:off x="502920" y="3255264"/>
            <a:ext cx="12801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dirty="0" sz="1200" lang="en-US"/>
          </a:p>
        </p:txBody>
      </p:sp>
      <p:sp>
        <p:nvSpPr>
          <p:cNvPr id="1048971" name="Text 12"/>
          <p:cNvSpPr/>
          <p:nvPr/>
        </p:nvSpPr>
        <p:spPr>
          <a:xfrm>
            <a:off x="1828800" y="3255264"/>
            <a:ext cx="16459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dirty="0" sz="1200" lang="en-US"/>
          </a:p>
        </p:txBody>
      </p:sp>
      <p:sp>
        <p:nvSpPr>
          <p:cNvPr id="1048972" name="Text 13"/>
          <p:cNvSpPr/>
          <p:nvPr/>
        </p:nvSpPr>
        <p:spPr>
          <a:xfrm>
            <a:off x="502920" y="3730752"/>
            <a:ext cx="12801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dirty="0" sz="1200" lang="en-US"/>
          </a:p>
        </p:txBody>
      </p:sp>
      <p:sp>
        <p:nvSpPr>
          <p:cNvPr id="1048973" name="Text 14"/>
          <p:cNvSpPr/>
          <p:nvPr/>
        </p:nvSpPr>
        <p:spPr>
          <a:xfrm>
            <a:off x="1828800" y="3730752"/>
            <a:ext cx="16459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~9,000 rows</a:t>
            </a:r>
            <a:endParaRPr dirty="0" sz="1200" lang="en-US"/>
          </a:p>
        </p:txBody>
      </p:sp>
      <p:sp>
        <p:nvSpPr>
          <p:cNvPr id="1048974" name="Text 15"/>
          <p:cNvSpPr/>
          <p:nvPr/>
        </p:nvSpPr>
        <p:spPr>
          <a:xfrm>
            <a:off x="3840480" y="1298448"/>
            <a:ext cx="47548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Key Columns</a:t>
            </a:r>
            <a:endParaRPr dirty="0" sz="1400" lang="en-US"/>
          </a:p>
        </p:txBody>
      </p:sp>
      <p:sp>
        <p:nvSpPr>
          <p:cNvPr id="1048975" name="Shape 16"/>
          <p:cNvSpPr/>
          <p:nvPr/>
        </p:nvSpPr>
        <p:spPr>
          <a:xfrm>
            <a:off x="3840480" y="1783080"/>
            <a:ext cx="2240280" cy="41148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76" name="Text 17"/>
          <p:cNvSpPr/>
          <p:nvPr/>
        </p:nvSpPr>
        <p:spPr>
          <a:xfrm>
            <a:off x="3840480" y="1801368"/>
            <a:ext cx="2240280" cy="37490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dirty="0" sz="1100" lang="en-US"/>
          </a:p>
        </p:txBody>
      </p:sp>
      <p:sp>
        <p:nvSpPr>
          <p:cNvPr id="1048977" name="Shape 18"/>
          <p:cNvSpPr/>
          <p:nvPr/>
        </p:nvSpPr>
        <p:spPr>
          <a:xfrm>
            <a:off x="6263640" y="1783080"/>
            <a:ext cx="2240280" cy="41148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78" name="Text 19"/>
          <p:cNvSpPr/>
          <p:nvPr/>
        </p:nvSpPr>
        <p:spPr>
          <a:xfrm>
            <a:off x="6263640" y="1801368"/>
            <a:ext cx="2240280" cy="37490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dirty="0" sz="1100" lang="en-US"/>
          </a:p>
        </p:txBody>
      </p:sp>
      <p:sp>
        <p:nvSpPr>
          <p:cNvPr id="1048979" name="Shape 20"/>
          <p:cNvSpPr/>
          <p:nvPr/>
        </p:nvSpPr>
        <p:spPr>
          <a:xfrm>
            <a:off x="3840480" y="2313432"/>
            <a:ext cx="2240280" cy="41148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80" name="Text 21"/>
          <p:cNvSpPr/>
          <p:nvPr/>
        </p:nvSpPr>
        <p:spPr>
          <a:xfrm>
            <a:off x="3840480" y="2331720"/>
            <a:ext cx="2240280" cy="37490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dirty="0" sz="1100" lang="en-US"/>
          </a:p>
        </p:txBody>
      </p:sp>
      <p:sp>
        <p:nvSpPr>
          <p:cNvPr id="1048981" name="Shape 22"/>
          <p:cNvSpPr/>
          <p:nvPr/>
        </p:nvSpPr>
        <p:spPr>
          <a:xfrm>
            <a:off x="6263640" y="2313432"/>
            <a:ext cx="2240280" cy="41148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82" name="Text 23"/>
          <p:cNvSpPr/>
          <p:nvPr/>
        </p:nvSpPr>
        <p:spPr>
          <a:xfrm>
            <a:off x="6263640" y="2331720"/>
            <a:ext cx="2240280" cy="37490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dirty="0" sz="1100" lang="en-US"/>
          </a:p>
        </p:txBody>
      </p:sp>
      <p:sp>
        <p:nvSpPr>
          <p:cNvPr id="1048983" name="Shape 24"/>
          <p:cNvSpPr/>
          <p:nvPr/>
        </p:nvSpPr>
        <p:spPr>
          <a:xfrm>
            <a:off x="3840480" y="2843784"/>
            <a:ext cx="2240280" cy="41148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84" name="Text 25"/>
          <p:cNvSpPr/>
          <p:nvPr/>
        </p:nvSpPr>
        <p:spPr>
          <a:xfrm>
            <a:off x="3840480" y="2862072"/>
            <a:ext cx="2240280" cy="37490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dirty="0" sz="1100" lang="en-US"/>
          </a:p>
        </p:txBody>
      </p:sp>
      <p:sp>
        <p:nvSpPr>
          <p:cNvPr id="1048985" name="Shape 26"/>
          <p:cNvSpPr/>
          <p:nvPr/>
        </p:nvSpPr>
        <p:spPr>
          <a:xfrm>
            <a:off x="6263640" y="2843784"/>
            <a:ext cx="2240280" cy="41148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86" name="Text 27"/>
          <p:cNvSpPr/>
          <p:nvPr/>
        </p:nvSpPr>
        <p:spPr>
          <a:xfrm>
            <a:off x="6263640" y="2862072"/>
            <a:ext cx="2240280" cy="37490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</a:t>
            </a:r>
            <a:endParaRPr dirty="0" sz="1100" lang="en-US"/>
          </a:p>
        </p:txBody>
      </p:sp>
      <p:sp>
        <p:nvSpPr>
          <p:cNvPr id="1048987" name="Shape 28"/>
          <p:cNvSpPr/>
          <p:nvPr/>
        </p:nvSpPr>
        <p:spPr>
          <a:xfrm>
            <a:off x="3840480" y="3374136"/>
            <a:ext cx="2240280" cy="41148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88" name="Text 29"/>
          <p:cNvSpPr/>
          <p:nvPr/>
        </p:nvSpPr>
        <p:spPr>
          <a:xfrm>
            <a:off x="3840480" y="3392424"/>
            <a:ext cx="2240280" cy="37490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dirty="0" sz="1100" lang="en-US"/>
          </a:p>
        </p:txBody>
      </p:sp>
      <p:sp>
        <p:nvSpPr>
          <p:cNvPr id="1048989" name="Shape 30"/>
          <p:cNvSpPr/>
          <p:nvPr/>
        </p:nvSpPr>
        <p:spPr>
          <a:xfrm>
            <a:off x="6263640" y="3374136"/>
            <a:ext cx="2240280" cy="41148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90" name="Text 31"/>
          <p:cNvSpPr/>
          <p:nvPr/>
        </p:nvSpPr>
        <p:spPr>
          <a:xfrm>
            <a:off x="6263640" y="3392424"/>
            <a:ext cx="2240280" cy="37490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dirty="0" sz="1100" lang="en-US"/>
          </a:p>
        </p:txBody>
      </p:sp>
      <p:sp>
        <p:nvSpPr>
          <p:cNvPr id="1048991" name="Shape 32"/>
          <p:cNvSpPr/>
          <p:nvPr/>
        </p:nvSpPr>
        <p:spPr>
          <a:xfrm>
            <a:off x="3840480" y="3904488"/>
            <a:ext cx="2240280" cy="41148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92" name="Text 33"/>
          <p:cNvSpPr/>
          <p:nvPr/>
        </p:nvSpPr>
        <p:spPr>
          <a:xfrm>
            <a:off x="3840480" y="3922776"/>
            <a:ext cx="2240280" cy="37490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Rating</a:t>
            </a:r>
            <a:endParaRPr dirty="0" sz="1100" lang="en-US"/>
          </a:p>
        </p:txBody>
      </p:sp>
      <p:sp>
        <p:nvSpPr>
          <p:cNvPr id="1048993" name="Shape 34"/>
          <p:cNvSpPr/>
          <p:nvPr/>
        </p:nvSpPr>
        <p:spPr>
          <a:xfrm>
            <a:off x="6263640" y="3904488"/>
            <a:ext cx="2240280" cy="41148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94" name="Text 35"/>
          <p:cNvSpPr/>
          <p:nvPr/>
        </p:nvSpPr>
        <p:spPr>
          <a:xfrm>
            <a:off x="6263640" y="3922776"/>
            <a:ext cx="2240280" cy="37490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dirty="0" sz="1100" lang="en-US"/>
          </a:p>
        </p:txBody>
      </p:sp>
      <p:sp>
        <p:nvSpPr>
          <p:cNvPr id="1048995" name="Shape 36"/>
          <p:cNvSpPr/>
          <p:nvPr/>
        </p:nvSpPr>
        <p:spPr>
          <a:xfrm>
            <a:off x="3840480" y="4434840"/>
            <a:ext cx="2240280" cy="41148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96" name="Text 37"/>
          <p:cNvSpPr/>
          <p:nvPr/>
        </p:nvSpPr>
        <p:spPr>
          <a:xfrm>
            <a:off x="3840480" y="4453128"/>
            <a:ext cx="2240280" cy="37490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Updated</a:t>
            </a:r>
            <a:endParaRPr dirty="0" sz="1100" lang="en-US"/>
          </a:p>
        </p:txBody>
      </p:sp>
      <p:sp>
        <p:nvSpPr>
          <p:cNvPr id="1048997" name="Shape 38"/>
          <p:cNvSpPr/>
          <p:nvPr/>
        </p:nvSpPr>
        <p:spPr>
          <a:xfrm>
            <a:off x="6263640" y="4434840"/>
            <a:ext cx="2240280" cy="41148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98" name="Text 39"/>
          <p:cNvSpPr/>
          <p:nvPr/>
        </p:nvSpPr>
        <p:spPr>
          <a:xfrm>
            <a:off x="6263640" y="4453128"/>
            <a:ext cx="2240280" cy="37490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</a:t>
            </a:r>
            <a:endParaRPr dirty="0" sz="1100" lang="en-US"/>
          </a:p>
        </p:txBody>
      </p:sp>
      <p:sp>
        <p:nvSpPr>
          <p:cNvPr id="1048999" name="Shape 40"/>
          <p:cNvSpPr/>
          <p:nvPr/>
        </p:nvSpPr>
        <p:spPr>
          <a:xfrm>
            <a:off x="3840480" y="4965192"/>
            <a:ext cx="2240280" cy="41148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00" name="Text 41"/>
          <p:cNvSpPr/>
          <p:nvPr/>
        </p:nvSpPr>
        <p:spPr>
          <a:xfrm>
            <a:off x="3840480" y="4983480"/>
            <a:ext cx="2240280" cy="37490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Ver</a:t>
            </a:r>
            <a:endParaRPr dirty="0" sz="1100" lang="en-US"/>
          </a:p>
        </p:txBody>
      </p:sp>
      <p:sp>
        <p:nvSpPr>
          <p:cNvPr id="1049001" name="Text 42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9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5" name="Text 0"/>
          <p:cNvSpPr/>
          <p:nvPr/>
        </p:nvSpPr>
        <p:spPr>
          <a:xfrm>
            <a:off x="457200" y="274320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dirty="0" sz="3400" lang="en-US"/>
          </a:p>
        </p:txBody>
      </p:sp>
      <p:sp>
        <p:nvSpPr>
          <p:cNvPr id="1049006" name="Text 1"/>
          <p:cNvSpPr/>
          <p:nvPr/>
        </p:nvSpPr>
        <p:spPr>
          <a:xfrm>
            <a:off x="457200" y="804672"/>
            <a:ext cx="82296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Questions This Project Answers</a:t>
            </a:r>
            <a:endParaRPr dirty="0" sz="1400" lang="en-US"/>
          </a:p>
        </p:txBody>
      </p:sp>
      <p:sp>
        <p:nvSpPr>
          <p:cNvPr id="1049007" name="Shape 2"/>
          <p:cNvSpPr/>
          <p:nvPr/>
        </p:nvSpPr>
        <p:spPr>
          <a:xfrm>
            <a:off x="365760" y="1280160"/>
            <a:ext cx="4206240" cy="658368"/>
          </a:xfrm>
          <a:prstGeom prst="roundRect">
            <a:avLst>
              <a:gd name="adj" fmla="val 16667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08" name="Text 3"/>
          <p:cNvSpPr/>
          <p:nvPr/>
        </p:nvSpPr>
        <p:spPr>
          <a:xfrm>
            <a:off x="475488" y="1371600"/>
            <a:ext cx="41148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dirty="0" sz="1600" lang="en-US"/>
          </a:p>
        </p:txBody>
      </p:sp>
      <p:sp>
        <p:nvSpPr>
          <p:cNvPr id="1049009" name="Text 4"/>
          <p:cNvSpPr/>
          <p:nvPr/>
        </p:nvSpPr>
        <p:spPr>
          <a:xfrm>
            <a:off x="932688" y="1353312"/>
            <a:ext cx="3520440" cy="51206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contain the most apps on the Play Store?</a:t>
            </a:r>
            <a:endParaRPr dirty="0" sz="1200" lang="en-US"/>
          </a:p>
        </p:txBody>
      </p:sp>
      <p:sp>
        <p:nvSpPr>
          <p:cNvPr id="1049010" name="Shape 5"/>
          <p:cNvSpPr/>
          <p:nvPr/>
        </p:nvSpPr>
        <p:spPr>
          <a:xfrm>
            <a:off x="4800600" y="1280160"/>
            <a:ext cx="4206240" cy="658368"/>
          </a:xfrm>
          <a:prstGeom prst="roundRect">
            <a:avLst>
              <a:gd name="adj" fmla="val 16667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11" name="Text 6"/>
          <p:cNvSpPr/>
          <p:nvPr/>
        </p:nvSpPr>
        <p:spPr>
          <a:xfrm>
            <a:off x="4910328" y="1371600"/>
            <a:ext cx="41148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dirty="0" sz="1600" lang="en-US"/>
          </a:p>
        </p:txBody>
      </p:sp>
      <p:sp>
        <p:nvSpPr>
          <p:cNvPr id="1049012" name="Text 7"/>
          <p:cNvSpPr/>
          <p:nvPr/>
        </p:nvSpPr>
        <p:spPr>
          <a:xfrm>
            <a:off x="5367528" y="1353312"/>
            <a:ext cx="3520440" cy="51206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user ratings distributed across applications?</a:t>
            </a:r>
            <a:endParaRPr dirty="0" sz="1200" lang="en-US"/>
          </a:p>
        </p:txBody>
      </p:sp>
      <p:sp>
        <p:nvSpPr>
          <p:cNvPr id="1049013" name="Shape 8"/>
          <p:cNvSpPr/>
          <p:nvPr/>
        </p:nvSpPr>
        <p:spPr>
          <a:xfrm>
            <a:off x="365760" y="2103120"/>
            <a:ext cx="4206240" cy="658368"/>
          </a:xfrm>
          <a:prstGeom prst="roundRect">
            <a:avLst>
              <a:gd name="adj" fmla="val 16667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14" name="Text 9"/>
          <p:cNvSpPr/>
          <p:nvPr/>
        </p:nvSpPr>
        <p:spPr>
          <a:xfrm>
            <a:off x="475488" y="2194560"/>
            <a:ext cx="41148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dirty="0" sz="1600" lang="en-US"/>
          </a:p>
        </p:txBody>
      </p:sp>
      <p:sp>
        <p:nvSpPr>
          <p:cNvPr id="1049015" name="Text 10"/>
          <p:cNvSpPr/>
          <p:nvPr/>
        </p:nvSpPr>
        <p:spPr>
          <a:xfrm>
            <a:off x="932688" y="2176272"/>
            <a:ext cx="3520440" cy="51206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proportion of apps are free versus paid?</a:t>
            </a:r>
            <a:endParaRPr dirty="0" sz="1200" lang="en-US"/>
          </a:p>
        </p:txBody>
      </p:sp>
      <p:sp>
        <p:nvSpPr>
          <p:cNvPr id="1049016" name="Shape 11"/>
          <p:cNvSpPr/>
          <p:nvPr/>
        </p:nvSpPr>
        <p:spPr>
          <a:xfrm>
            <a:off x="4800600" y="2103120"/>
            <a:ext cx="4206240" cy="658368"/>
          </a:xfrm>
          <a:prstGeom prst="roundRect">
            <a:avLst>
              <a:gd name="adj" fmla="val 16667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17" name="Text 12"/>
          <p:cNvSpPr/>
          <p:nvPr/>
        </p:nvSpPr>
        <p:spPr>
          <a:xfrm>
            <a:off x="4910328" y="2194560"/>
            <a:ext cx="41148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dirty="0" sz="1600" lang="en-US"/>
          </a:p>
        </p:txBody>
      </p:sp>
      <p:sp>
        <p:nvSpPr>
          <p:cNvPr id="1049018" name="Text 13"/>
          <p:cNvSpPr/>
          <p:nvPr/>
        </p:nvSpPr>
        <p:spPr>
          <a:xfrm>
            <a:off x="5367528" y="2176272"/>
            <a:ext cx="3520440" cy="51206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receive the highest total install counts?</a:t>
            </a:r>
            <a:endParaRPr dirty="0" sz="1200" lang="en-US"/>
          </a:p>
        </p:txBody>
      </p:sp>
      <p:sp>
        <p:nvSpPr>
          <p:cNvPr id="1049019" name="Shape 14"/>
          <p:cNvSpPr/>
          <p:nvPr/>
        </p:nvSpPr>
        <p:spPr>
          <a:xfrm>
            <a:off x="365760" y="2926080"/>
            <a:ext cx="4206240" cy="658368"/>
          </a:xfrm>
          <a:prstGeom prst="roundRect">
            <a:avLst>
              <a:gd name="adj" fmla="val 16667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20" name="Text 15"/>
          <p:cNvSpPr/>
          <p:nvPr/>
        </p:nvSpPr>
        <p:spPr>
          <a:xfrm>
            <a:off x="475488" y="3017520"/>
            <a:ext cx="41148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dirty="0" sz="1600" lang="en-US"/>
          </a:p>
        </p:txBody>
      </p:sp>
      <p:sp>
        <p:nvSpPr>
          <p:cNvPr id="1049021" name="Text 16"/>
          <p:cNvSpPr/>
          <p:nvPr/>
        </p:nvSpPr>
        <p:spPr>
          <a:xfrm>
            <a:off x="932688" y="2999232"/>
            <a:ext cx="3520440" cy="51206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relationship between reviews and installs?</a:t>
            </a:r>
            <a:endParaRPr dirty="0" sz="1200" lang="en-US"/>
          </a:p>
        </p:txBody>
      </p:sp>
      <p:sp>
        <p:nvSpPr>
          <p:cNvPr id="1049022" name="Shape 17"/>
          <p:cNvSpPr/>
          <p:nvPr/>
        </p:nvSpPr>
        <p:spPr>
          <a:xfrm>
            <a:off x="4800600" y="2926080"/>
            <a:ext cx="4206240" cy="658368"/>
          </a:xfrm>
          <a:prstGeom prst="roundRect">
            <a:avLst>
              <a:gd name="adj" fmla="val 16667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23" name="Text 18"/>
          <p:cNvSpPr/>
          <p:nvPr/>
        </p:nvSpPr>
        <p:spPr>
          <a:xfrm>
            <a:off x="4910328" y="3017520"/>
            <a:ext cx="41148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dirty="0" sz="1600" lang="en-US"/>
          </a:p>
        </p:txBody>
      </p:sp>
      <p:sp>
        <p:nvSpPr>
          <p:cNvPr id="1049024" name="Text 19"/>
          <p:cNvSpPr/>
          <p:nvPr/>
        </p:nvSpPr>
        <p:spPr>
          <a:xfrm>
            <a:off x="5367528" y="2999232"/>
            <a:ext cx="3520440" cy="51206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achieve the highest average user ratings?</a:t>
            </a:r>
            <a:endParaRPr dirty="0" sz="1200" lang="en-US"/>
          </a:p>
        </p:txBody>
      </p:sp>
      <p:sp>
        <p:nvSpPr>
          <p:cNvPr id="1049025" name="Shape 20"/>
          <p:cNvSpPr/>
          <p:nvPr/>
        </p:nvSpPr>
        <p:spPr>
          <a:xfrm>
            <a:off x="365760" y="4206240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26" name="Text 21"/>
          <p:cNvSpPr/>
          <p:nvPr/>
        </p:nvSpPr>
        <p:spPr>
          <a:xfrm>
            <a:off x="475488" y="4297680"/>
            <a:ext cx="41148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dirty="0" sz="1600" lang="en-US"/>
          </a:p>
        </p:txBody>
      </p:sp>
      <p:sp>
        <p:nvSpPr>
          <p:cNvPr id="1049027" name="Text 22"/>
          <p:cNvSpPr/>
          <p:nvPr/>
        </p:nvSpPr>
        <p:spPr>
          <a:xfrm>
            <a:off x="932688" y="4279392"/>
            <a:ext cx="7726680" cy="51206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individual apps have the most user reviews?</a:t>
            </a:r>
            <a:endParaRPr dirty="0" sz="1200" lang="en-US"/>
          </a:p>
        </p:txBody>
      </p:sp>
      <p:sp>
        <p:nvSpPr>
          <p:cNvPr id="1049028" name="Text 23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9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2" name="Shape 0"/>
          <p:cNvSpPr/>
          <p:nvPr/>
        </p:nvSpPr>
        <p:spPr>
          <a:xfrm>
            <a:off x="457200" y="164592"/>
            <a:ext cx="1924812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9033" name="Text 1"/>
          <p:cNvSpPr/>
          <p:nvPr/>
        </p:nvSpPr>
        <p:spPr>
          <a:xfrm>
            <a:off x="457200" y="164592"/>
            <a:ext cx="1924812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dirty="0" sz="900" lang="en-US"/>
          </a:p>
        </p:txBody>
      </p:sp>
      <p:sp>
        <p:nvSpPr>
          <p:cNvPr id="1049034" name="Text 2"/>
          <p:cNvSpPr/>
          <p:nvPr/>
        </p:nvSpPr>
        <p:spPr>
          <a:xfrm>
            <a:off x="457200" y="475488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Hardware Stack</a:t>
            </a:r>
            <a:endParaRPr dirty="0" sz="3000" lang="en-US"/>
          </a:p>
        </p:txBody>
      </p:sp>
      <p:sp>
        <p:nvSpPr>
          <p:cNvPr id="1049035" name="Shape 3"/>
          <p:cNvSpPr/>
          <p:nvPr/>
        </p:nvSpPr>
        <p:spPr>
          <a:xfrm>
            <a:off x="365760" y="12344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36" name="Shape 4"/>
          <p:cNvSpPr/>
          <p:nvPr/>
        </p:nvSpPr>
        <p:spPr>
          <a:xfrm>
            <a:off x="502920" y="1371600"/>
            <a:ext cx="502920" cy="5029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037" name="Text 5"/>
          <p:cNvSpPr/>
          <p:nvPr/>
        </p:nvSpPr>
        <p:spPr>
          <a:xfrm>
            <a:off x="502920" y="137160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800" lang="en-US">
                <a:solidFill>
                  <a:srgbClr val="000000"/>
                </a:solidFill>
              </a:rPr>
              <a:t>💻</a:t>
            </a:r>
            <a:endParaRPr dirty="0" sz="1800" lang="en-US"/>
          </a:p>
        </p:txBody>
      </p:sp>
      <p:sp>
        <p:nvSpPr>
          <p:cNvPr id="1049038" name="Text 6"/>
          <p:cNvSpPr/>
          <p:nvPr/>
        </p:nvSpPr>
        <p:spPr>
          <a:xfrm>
            <a:off x="1097280" y="1389888"/>
            <a:ext cx="18288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dirty="0" sz="1400" lang="en-US"/>
          </a:p>
        </p:txBody>
      </p:sp>
      <p:sp>
        <p:nvSpPr>
          <p:cNvPr id="1049039" name="Shape 7"/>
          <p:cNvSpPr/>
          <p:nvPr/>
        </p:nvSpPr>
        <p:spPr>
          <a:xfrm>
            <a:off x="548640" y="2075688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040" name="Text 8"/>
          <p:cNvSpPr/>
          <p:nvPr/>
        </p:nvSpPr>
        <p:spPr>
          <a:xfrm>
            <a:off x="777240" y="2011680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/ 11 (64-bit)</a:t>
            </a:r>
            <a:endParaRPr dirty="0" sz="1250" lang="en-US"/>
          </a:p>
        </p:txBody>
      </p:sp>
      <p:sp>
        <p:nvSpPr>
          <p:cNvPr id="1049041" name="Shape 9"/>
          <p:cNvSpPr/>
          <p:nvPr/>
        </p:nvSpPr>
        <p:spPr>
          <a:xfrm>
            <a:off x="548640" y="2642616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042" name="Text 10"/>
          <p:cNvSpPr/>
          <p:nvPr/>
        </p:nvSpPr>
        <p:spPr>
          <a:xfrm>
            <a:off x="777240" y="2578608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20.04 LTS</a:t>
            </a:r>
            <a:endParaRPr dirty="0" sz="1250" lang="en-US"/>
          </a:p>
        </p:txBody>
      </p:sp>
      <p:sp>
        <p:nvSpPr>
          <p:cNvPr id="1049043" name="Shape 11"/>
          <p:cNvSpPr/>
          <p:nvPr/>
        </p:nvSpPr>
        <p:spPr>
          <a:xfrm>
            <a:off x="548640" y="3209544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044" name="Text 12"/>
          <p:cNvSpPr/>
          <p:nvPr/>
        </p:nvSpPr>
        <p:spPr>
          <a:xfrm>
            <a:off x="777240" y="3145536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Ventura 13+</a:t>
            </a:r>
            <a:endParaRPr dirty="0" sz="1250" lang="en-US"/>
          </a:p>
        </p:txBody>
      </p:sp>
      <p:sp>
        <p:nvSpPr>
          <p:cNvPr id="1049045" name="Shape 13"/>
          <p:cNvSpPr/>
          <p:nvPr/>
        </p:nvSpPr>
        <p:spPr>
          <a:xfrm>
            <a:off x="3291840" y="12344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46" name="Shape 14"/>
          <p:cNvSpPr/>
          <p:nvPr/>
        </p:nvSpPr>
        <p:spPr>
          <a:xfrm>
            <a:off x="3429000" y="1371600"/>
            <a:ext cx="502920" cy="5029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047" name="Text 15"/>
          <p:cNvSpPr/>
          <p:nvPr/>
        </p:nvSpPr>
        <p:spPr>
          <a:xfrm>
            <a:off x="3429000" y="137160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800" lang="en-US">
                <a:solidFill>
                  <a:srgbClr val="000000"/>
                </a:solidFill>
              </a:rPr>
              <a:t>🛠</a:t>
            </a:r>
            <a:endParaRPr dirty="0" sz="1800" lang="en-US"/>
          </a:p>
        </p:txBody>
      </p:sp>
      <p:sp>
        <p:nvSpPr>
          <p:cNvPr id="1049048" name="Text 16"/>
          <p:cNvSpPr/>
          <p:nvPr/>
        </p:nvSpPr>
        <p:spPr>
          <a:xfrm>
            <a:off x="4023360" y="1389888"/>
            <a:ext cx="18288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dirty="0" sz="1400" lang="en-US"/>
          </a:p>
        </p:txBody>
      </p:sp>
      <p:sp>
        <p:nvSpPr>
          <p:cNvPr id="1049049" name="Shape 17"/>
          <p:cNvSpPr/>
          <p:nvPr/>
        </p:nvSpPr>
        <p:spPr>
          <a:xfrm>
            <a:off x="3474720" y="2075688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050" name="Text 18"/>
          <p:cNvSpPr/>
          <p:nvPr/>
        </p:nvSpPr>
        <p:spPr>
          <a:xfrm>
            <a:off x="3703320" y="2011680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dirty="0" sz="1250" lang="en-US"/>
          </a:p>
        </p:txBody>
      </p:sp>
      <p:sp>
        <p:nvSpPr>
          <p:cNvPr id="1049051" name="Shape 19"/>
          <p:cNvSpPr/>
          <p:nvPr/>
        </p:nvSpPr>
        <p:spPr>
          <a:xfrm>
            <a:off x="3474720" y="2642616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052" name="Text 20"/>
          <p:cNvSpPr/>
          <p:nvPr/>
        </p:nvSpPr>
        <p:spPr>
          <a:xfrm>
            <a:off x="3703320" y="2578608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6.x</a:t>
            </a:r>
            <a:endParaRPr dirty="0" sz="1250" lang="en-US"/>
          </a:p>
        </p:txBody>
      </p:sp>
      <p:sp>
        <p:nvSpPr>
          <p:cNvPr id="1049053" name="Shape 21"/>
          <p:cNvSpPr/>
          <p:nvPr/>
        </p:nvSpPr>
        <p:spPr>
          <a:xfrm>
            <a:off x="3474720" y="3209544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054" name="Text 22"/>
          <p:cNvSpPr/>
          <p:nvPr/>
        </p:nvSpPr>
        <p:spPr>
          <a:xfrm>
            <a:off x="3703320" y="3145536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2023</a:t>
            </a:r>
            <a:endParaRPr dirty="0" sz="1250" lang="en-US"/>
          </a:p>
        </p:txBody>
      </p:sp>
      <p:sp>
        <p:nvSpPr>
          <p:cNvPr id="1049055" name="Shape 23"/>
          <p:cNvSpPr/>
          <p:nvPr/>
        </p:nvSpPr>
        <p:spPr>
          <a:xfrm>
            <a:off x="3474720" y="3776472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056" name="Text 24"/>
          <p:cNvSpPr/>
          <p:nvPr/>
        </p:nvSpPr>
        <p:spPr>
          <a:xfrm>
            <a:off x="3703320" y="3712464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23.x</a:t>
            </a:r>
            <a:endParaRPr dirty="0" sz="1250" lang="en-US"/>
          </a:p>
        </p:txBody>
      </p:sp>
      <p:sp>
        <p:nvSpPr>
          <p:cNvPr id="1049057" name="Shape 25"/>
          <p:cNvSpPr/>
          <p:nvPr/>
        </p:nvSpPr>
        <p:spPr>
          <a:xfrm>
            <a:off x="6217920" y="12344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58" name="Shape 26"/>
          <p:cNvSpPr/>
          <p:nvPr/>
        </p:nvSpPr>
        <p:spPr>
          <a:xfrm>
            <a:off x="6355080" y="1371600"/>
            <a:ext cx="502920" cy="5029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059" name="Text 27"/>
          <p:cNvSpPr/>
          <p:nvPr/>
        </p:nvSpPr>
        <p:spPr>
          <a:xfrm>
            <a:off x="6355080" y="137160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800" lang="en-US">
                <a:solidFill>
                  <a:srgbClr val="000000"/>
                </a:solidFill>
              </a:rPr>
              <a:t>⚙️</a:t>
            </a:r>
            <a:endParaRPr dirty="0" sz="1800" lang="en-US"/>
          </a:p>
        </p:txBody>
      </p:sp>
      <p:sp>
        <p:nvSpPr>
          <p:cNvPr id="1049060" name="Text 28"/>
          <p:cNvSpPr/>
          <p:nvPr/>
        </p:nvSpPr>
        <p:spPr>
          <a:xfrm>
            <a:off x="6949440" y="1389888"/>
            <a:ext cx="18288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dirty="0" sz="1400" lang="en-US"/>
          </a:p>
        </p:txBody>
      </p:sp>
      <p:sp>
        <p:nvSpPr>
          <p:cNvPr id="1049061" name="Shape 29"/>
          <p:cNvSpPr/>
          <p:nvPr/>
        </p:nvSpPr>
        <p:spPr>
          <a:xfrm>
            <a:off x="6400800" y="2075688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062" name="Text 30"/>
          <p:cNvSpPr/>
          <p:nvPr/>
        </p:nvSpPr>
        <p:spPr>
          <a:xfrm>
            <a:off x="6629400" y="2011680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i3+ CPU</a:t>
            </a:r>
            <a:endParaRPr dirty="0" sz="1250" lang="en-US"/>
          </a:p>
        </p:txBody>
      </p:sp>
      <p:sp>
        <p:nvSpPr>
          <p:cNvPr id="1049063" name="Shape 31"/>
          <p:cNvSpPr/>
          <p:nvPr/>
        </p:nvSpPr>
        <p:spPr>
          <a:xfrm>
            <a:off x="6400800" y="2642616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064" name="Text 32"/>
          <p:cNvSpPr/>
          <p:nvPr/>
        </p:nvSpPr>
        <p:spPr>
          <a:xfrm>
            <a:off x="6629400" y="2578608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RAM (8 GB rec.)</a:t>
            </a:r>
            <a:endParaRPr dirty="0" sz="1250" lang="en-US"/>
          </a:p>
        </p:txBody>
      </p:sp>
      <p:sp>
        <p:nvSpPr>
          <p:cNvPr id="1049065" name="Shape 33"/>
          <p:cNvSpPr/>
          <p:nvPr/>
        </p:nvSpPr>
        <p:spPr>
          <a:xfrm>
            <a:off x="6400800" y="3209544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066" name="Text 34"/>
          <p:cNvSpPr/>
          <p:nvPr/>
        </p:nvSpPr>
        <p:spPr>
          <a:xfrm>
            <a:off x="6629400" y="3145536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GB SSD</a:t>
            </a:r>
            <a:endParaRPr dirty="0" sz="1250" lang="en-US"/>
          </a:p>
        </p:txBody>
      </p:sp>
      <p:sp>
        <p:nvSpPr>
          <p:cNvPr id="1049067" name="Shape 35"/>
          <p:cNvSpPr/>
          <p:nvPr/>
        </p:nvSpPr>
        <p:spPr>
          <a:xfrm>
            <a:off x="6400800" y="3776472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068" name="Text 36"/>
          <p:cNvSpPr/>
          <p:nvPr/>
        </p:nvSpPr>
        <p:spPr>
          <a:xfrm>
            <a:off x="6629400" y="3712464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 Display</a:t>
            </a:r>
            <a:endParaRPr dirty="0" sz="1250" lang="en-US"/>
          </a:p>
        </p:txBody>
      </p:sp>
      <p:sp>
        <p:nvSpPr>
          <p:cNvPr id="1049069" name="Text 37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dirty="0" sz="9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3" name="Shape 0"/>
          <p:cNvSpPr/>
          <p:nvPr/>
        </p:nvSpPr>
        <p:spPr>
          <a:xfrm>
            <a:off x="457200" y="164592"/>
            <a:ext cx="1056132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9074" name="Text 1"/>
          <p:cNvSpPr/>
          <p:nvPr/>
        </p:nvSpPr>
        <p:spPr>
          <a:xfrm>
            <a:off x="457200" y="164592"/>
            <a:ext cx="1056132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dirty="0" sz="900" lang="en-US"/>
          </a:p>
        </p:txBody>
      </p:sp>
      <p:sp>
        <p:nvSpPr>
          <p:cNvPr id="1049075" name="Text 2"/>
          <p:cNvSpPr/>
          <p:nvPr/>
        </p:nvSpPr>
        <p:spPr>
          <a:xfrm>
            <a:off x="457200" y="475488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 Used</a:t>
            </a:r>
            <a:endParaRPr dirty="0" sz="3000" lang="en-US"/>
          </a:p>
        </p:txBody>
      </p:sp>
      <p:sp>
        <p:nvSpPr>
          <p:cNvPr id="1049076" name="Shape 3"/>
          <p:cNvSpPr/>
          <p:nvPr/>
        </p:nvSpPr>
        <p:spPr>
          <a:xfrm>
            <a:off x="365760" y="1234440"/>
            <a:ext cx="8412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77" name="Shape 4"/>
          <p:cNvSpPr/>
          <p:nvPr/>
        </p:nvSpPr>
        <p:spPr>
          <a:xfrm>
            <a:off x="365760" y="123444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150458"/>
          </a:solidFill>
        </p:spPr>
      </p:sp>
      <p:sp>
        <p:nvSpPr>
          <p:cNvPr id="1049078" name="Text 5"/>
          <p:cNvSpPr/>
          <p:nvPr/>
        </p:nvSpPr>
        <p:spPr>
          <a:xfrm>
            <a:off x="365760" y="1234440"/>
            <a:ext cx="137160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dirty="0" sz="1400" lang="en-US"/>
          </a:p>
        </p:txBody>
      </p:sp>
      <p:sp>
        <p:nvSpPr>
          <p:cNvPr id="1049079" name="Text 6"/>
          <p:cNvSpPr/>
          <p:nvPr/>
        </p:nvSpPr>
        <p:spPr>
          <a:xfrm>
            <a:off x="1874520" y="1261872"/>
            <a:ext cx="6675120" cy="58521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cleaning, groupby, aggregation, filtering</a:t>
            </a:r>
            <a:endParaRPr dirty="0" sz="1300" lang="en-US"/>
          </a:p>
        </p:txBody>
      </p:sp>
      <p:sp>
        <p:nvSpPr>
          <p:cNvPr id="1049080" name="Shape 7"/>
          <p:cNvSpPr/>
          <p:nvPr/>
        </p:nvSpPr>
        <p:spPr>
          <a:xfrm>
            <a:off x="365760" y="1984248"/>
            <a:ext cx="8412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81" name="Shape 8"/>
          <p:cNvSpPr/>
          <p:nvPr/>
        </p:nvSpPr>
        <p:spPr>
          <a:xfrm>
            <a:off x="365760" y="1984248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013243"/>
          </a:solidFill>
        </p:spPr>
      </p:sp>
      <p:sp>
        <p:nvSpPr>
          <p:cNvPr id="1049082" name="Text 9"/>
          <p:cNvSpPr/>
          <p:nvPr/>
        </p:nvSpPr>
        <p:spPr>
          <a:xfrm>
            <a:off x="365760" y="1984248"/>
            <a:ext cx="137160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dirty="0" sz="1400" lang="en-US"/>
          </a:p>
        </p:txBody>
      </p:sp>
      <p:sp>
        <p:nvSpPr>
          <p:cNvPr id="1049083" name="Text 10"/>
          <p:cNvSpPr/>
          <p:nvPr/>
        </p:nvSpPr>
        <p:spPr>
          <a:xfrm>
            <a:off x="1874520" y="2011680"/>
            <a:ext cx="6675120" cy="58521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operations, statistical calculations, array support</a:t>
            </a:r>
            <a:endParaRPr dirty="0" sz="1300" lang="en-US"/>
          </a:p>
        </p:txBody>
      </p:sp>
      <p:sp>
        <p:nvSpPr>
          <p:cNvPr id="1049084" name="Shape 11"/>
          <p:cNvSpPr/>
          <p:nvPr/>
        </p:nvSpPr>
        <p:spPr>
          <a:xfrm>
            <a:off x="365760" y="2734056"/>
            <a:ext cx="8412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85" name="Shape 12"/>
          <p:cNvSpPr/>
          <p:nvPr/>
        </p:nvSpPr>
        <p:spPr>
          <a:xfrm>
            <a:off x="365760" y="2734056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003F72"/>
          </a:solidFill>
        </p:spPr>
      </p:sp>
      <p:sp>
        <p:nvSpPr>
          <p:cNvPr id="1049086" name="Text 13"/>
          <p:cNvSpPr/>
          <p:nvPr/>
        </p:nvSpPr>
        <p:spPr>
          <a:xfrm>
            <a:off x="365760" y="2734056"/>
            <a:ext cx="137160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dirty="0" sz="1400" lang="en-US"/>
          </a:p>
        </p:txBody>
      </p:sp>
      <p:sp>
        <p:nvSpPr>
          <p:cNvPr id="1049087" name="Text 14"/>
          <p:cNvSpPr/>
          <p:nvPr/>
        </p:nvSpPr>
        <p:spPr>
          <a:xfrm>
            <a:off x="1874520" y="2761488"/>
            <a:ext cx="6675120" cy="58521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charts, histogram plots, figure configuration</a:t>
            </a:r>
            <a:endParaRPr dirty="0" sz="1300" lang="en-US"/>
          </a:p>
        </p:txBody>
      </p:sp>
      <p:sp>
        <p:nvSpPr>
          <p:cNvPr id="1049088" name="Shape 15"/>
          <p:cNvSpPr/>
          <p:nvPr/>
        </p:nvSpPr>
        <p:spPr>
          <a:xfrm>
            <a:off x="365760" y="3483864"/>
            <a:ext cx="8412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89" name="Shape 16"/>
          <p:cNvSpPr/>
          <p:nvPr/>
        </p:nvSpPr>
        <p:spPr>
          <a:xfrm>
            <a:off x="365760" y="3483864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3A7D9E"/>
          </a:solidFill>
        </p:spPr>
      </p:sp>
      <p:sp>
        <p:nvSpPr>
          <p:cNvPr id="1049090" name="Text 17"/>
          <p:cNvSpPr/>
          <p:nvPr/>
        </p:nvSpPr>
        <p:spPr>
          <a:xfrm>
            <a:off x="365760" y="3483864"/>
            <a:ext cx="137160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dirty="0" sz="1400" lang="en-US"/>
          </a:p>
        </p:txBody>
      </p:sp>
      <p:sp>
        <p:nvSpPr>
          <p:cNvPr id="1049091" name="Text 18"/>
          <p:cNvSpPr/>
          <p:nvPr/>
        </p:nvSpPr>
        <p:spPr>
          <a:xfrm>
            <a:off x="1874520" y="3511296"/>
            <a:ext cx="6675120" cy="58521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stat plots: histplot, countplot, scatterplot</a:t>
            </a:r>
            <a:endParaRPr dirty="0" sz="1300" lang="en-US"/>
          </a:p>
        </p:txBody>
      </p:sp>
      <p:sp>
        <p:nvSpPr>
          <p:cNvPr id="1049092" name="Shape 19"/>
          <p:cNvSpPr/>
          <p:nvPr/>
        </p:nvSpPr>
        <p:spPr>
          <a:xfrm>
            <a:off x="365760" y="4233672"/>
            <a:ext cx="8412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93" name="Shape 20"/>
          <p:cNvSpPr/>
          <p:nvPr/>
        </p:nvSpPr>
        <p:spPr>
          <a:xfrm>
            <a:off x="365760" y="4233672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2D6A4F"/>
          </a:solidFill>
        </p:spPr>
      </p:sp>
      <p:sp>
        <p:nvSpPr>
          <p:cNvPr id="1049094" name="Text 21"/>
          <p:cNvSpPr/>
          <p:nvPr/>
        </p:nvSpPr>
        <p:spPr>
          <a:xfrm>
            <a:off x="365760" y="4233672"/>
            <a:ext cx="137160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dirty="0" sz="1400" lang="en-US"/>
          </a:p>
        </p:txBody>
      </p:sp>
      <p:sp>
        <p:nvSpPr>
          <p:cNvPr id="1049095" name="Text 22"/>
          <p:cNvSpPr/>
          <p:nvPr/>
        </p:nvSpPr>
        <p:spPr>
          <a:xfrm>
            <a:off x="1874520" y="4261104"/>
            <a:ext cx="6675120" cy="58521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navigation, dataset verification before loading</a:t>
            </a:r>
            <a:endParaRPr dirty="0" sz="1300" lang="en-US"/>
          </a:p>
        </p:txBody>
      </p:sp>
      <p:sp>
        <p:nvSpPr>
          <p:cNvPr id="1049096" name="Text 23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dirty="0" sz="9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0" name="Text 0"/>
          <p:cNvSpPr/>
          <p:nvPr/>
        </p:nvSpPr>
        <p:spPr>
          <a:xfrm>
            <a:off x="457200" y="274320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Pipeline</a:t>
            </a:r>
            <a:endParaRPr dirty="0" sz="3200" lang="en-US"/>
          </a:p>
        </p:txBody>
      </p:sp>
      <p:sp>
        <p:nvSpPr>
          <p:cNvPr id="1049101" name="Shape 1"/>
          <p:cNvSpPr/>
          <p:nvPr/>
        </p:nvSpPr>
        <p:spPr>
          <a:xfrm>
            <a:off x="320040" y="1188720"/>
            <a:ext cx="1097280" cy="2560320"/>
          </a:xfrm>
          <a:prstGeom prst="roundRect">
            <a:avLst>
              <a:gd name="adj" fmla="val 10000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02" name="Text 2"/>
          <p:cNvSpPr/>
          <p:nvPr/>
        </p:nvSpPr>
        <p:spPr>
          <a:xfrm>
            <a:off x="320040" y="1298448"/>
            <a:ext cx="10972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dirty="0" sz="2000" lang="en-US"/>
          </a:p>
        </p:txBody>
      </p:sp>
      <p:sp>
        <p:nvSpPr>
          <p:cNvPr id="1049103" name="Text 3"/>
          <p:cNvSpPr/>
          <p:nvPr/>
        </p:nvSpPr>
        <p:spPr>
          <a:xfrm>
            <a:off x="320040" y="1719072"/>
            <a:ext cx="10972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dirty="0" sz="1400" lang="en-US"/>
          </a:p>
        </p:txBody>
      </p:sp>
      <p:sp>
        <p:nvSpPr>
          <p:cNvPr id="1049104" name="Text 4"/>
          <p:cNvSpPr/>
          <p:nvPr/>
        </p:nvSpPr>
        <p:spPr>
          <a:xfrm>
            <a:off x="320040" y="2130552"/>
            <a:ext cx="109728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0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</a:t>
            </a:r>
            <a:endParaRPr dirty="0" sz="1000" lang="en-US"/>
          </a:p>
        </p:txBody>
      </p:sp>
      <p:sp>
        <p:nvSpPr>
          <p:cNvPr id="1049105" name="Shape 5"/>
          <p:cNvSpPr/>
          <p:nvPr/>
        </p:nvSpPr>
        <p:spPr>
          <a:xfrm>
            <a:off x="1435608" y="2468880"/>
            <a:ext cx="91440" cy="0"/>
          </a:xfrm>
          <a:prstGeom prst="line"/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1049106" name="Shape 6"/>
          <p:cNvSpPr/>
          <p:nvPr/>
        </p:nvSpPr>
        <p:spPr>
          <a:xfrm>
            <a:off x="1545336" y="1188720"/>
            <a:ext cx="1097280" cy="2560320"/>
          </a:xfrm>
          <a:prstGeom prst="roundRect">
            <a:avLst>
              <a:gd name="adj" fmla="val 10000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07" name="Text 7"/>
          <p:cNvSpPr/>
          <p:nvPr/>
        </p:nvSpPr>
        <p:spPr>
          <a:xfrm>
            <a:off x="1545336" y="1298448"/>
            <a:ext cx="10972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2000" lang="en-US"/>
          </a:p>
        </p:txBody>
      </p:sp>
      <p:sp>
        <p:nvSpPr>
          <p:cNvPr id="1049108" name="Text 8"/>
          <p:cNvSpPr/>
          <p:nvPr/>
        </p:nvSpPr>
        <p:spPr>
          <a:xfrm>
            <a:off x="1545336" y="1719072"/>
            <a:ext cx="10972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dirty="0" sz="1400" lang="en-US"/>
          </a:p>
        </p:txBody>
      </p:sp>
      <p:sp>
        <p:nvSpPr>
          <p:cNvPr id="1049109" name="Text 9"/>
          <p:cNvSpPr/>
          <p:nvPr/>
        </p:nvSpPr>
        <p:spPr>
          <a:xfrm>
            <a:off x="1545336" y="2130552"/>
            <a:ext cx="109728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0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dropna(), type cast</a:t>
            </a:r>
            <a:endParaRPr dirty="0" sz="1000" lang="en-US"/>
          </a:p>
        </p:txBody>
      </p:sp>
      <p:sp>
        <p:nvSpPr>
          <p:cNvPr id="1049110" name="Shape 10"/>
          <p:cNvSpPr/>
          <p:nvPr/>
        </p:nvSpPr>
        <p:spPr>
          <a:xfrm>
            <a:off x="2660904" y="2468880"/>
            <a:ext cx="91440" cy="0"/>
          </a:xfrm>
          <a:prstGeom prst="line"/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1049111" name="Shape 11"/>
          <p:cNvSpPr/>
          <p:nvPr/>
        </p:nvSpPr>
        <p:spPr>
          <a:xfrm>
            <a:off x="2770632" y="1188720"/>
            <a:ext cx="1097280" cy="2560320"/>
          </a:xfrm>
          <a:prstGeom prst="roundRect">
            <a:avLst>
              <a:gd name="adj" fmla="val 10000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12" name="Text 12"/>
          <p:cNvSpPr/>
          <p:nvPr/>
        </p:nvSpPr>
        <p:spPr>
          <a:xfrm>
            <a:off x="2770632" y="1298448"/>
            <a:ext cx="10972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dirty="0" sz="2000" lang="en-US"/>
          </a:p>
        </p:txBody>
      </p:sp>
      <p:sp>
        <p:nvSpPr>
          <p:cNvPr id="1049113" name="Text 13"/>
          <p:cNvSpPr/>
          <p:nvPr/>
        </p:nvSpPr>
        <p:spPr>
          <a:xfrm>
            <a:off x="2770632" y="1719072"/>
            <a:ext cx="10972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dirty="0" sz="1400" lang="en-US"/>
          </a:p>
        </p:txBody>
      </p:sp>
      <p:sp>
        <p:nvSpPr>
          <p:cNvPr id="1049114" name="Text 14"/>
          <p:cNvSpPr/>
          <p:nvPr/>
        </p:nvSpPr>
        <p:spPr>
          <a:xfrm>
            <a:off x="2770632" y="2130552"/>
            <a:ext cx="109728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0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info, describe</a:t>
            </a:r>
            <a:endParaRPr dirty="0" sz="1000" lang="en-US"/>
          </a:p>
        </p:txBody>
      </p:sp>
      <p:sp>
        <p:nvSpPr>
          <p:cNvPr id="1049115" name="Shape 15"/>
          <p:cNvSpPr/>
          <p:nvPr/>
        </p:nvSpPr>
        <p:spPr>
          <a:xfrm>
            <a:off x="3886200" y="2468880"/>
            <a:ext cx="91440" cy="0"/>
          </a:xfrm>
          <a:prstGeom prst="line"/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1049116" name="Shape 16"/>
          <p:cNvSpPr/>
          <p:nvPr/>
        </p:nvSpPr>
        <p:spPr>
          <a:xfrm>
            <a:off x="3995928" y="1188720"/>
            <a:ext cx="1097280" cy="2560320"/>
          </a:xfrm>
          <a:prstGeom prst="roundRect">
            <a:avLst>
              <a:gd name="adj" fmla="val 10000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17" name="Text 17"/>
          <p:cNvSpPr/>
          <p:nvPr/>
        </p:nvSpPr>
        <p:spPr>
          <a:xfrm>
            <a:off x="3995928" y="1298448"/>
            <a:ext cx="10972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dirty="0" sz="2000" lang="en-US"/>
          </a:p>
        </p:txBody>
      </p:sp>
      <p:sp>
        <p:nvSpPr>
          <p:cNvPr id="1049118" name="Text 18"/>
          <p:cNvSpPr/>
          <p:nvPr/>
        </p:nvSpPr>
        <p:spPr>
          <a:xfrm>
            <a:off x="3995928" y="1719072"/>
            <a:ext cx="10972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dirty="0" sz="1400" lang="en-US"/>
          </a:p>
        </p:txBody>
      </p:sp>
      <p:sp>
        <p:nvSpPr>
          <p:cNvPr id="1049119" name="Text 19"/>
          <p:cNvSpPr/>
          <p:nvPr/>
        </p:nvSpPr>
        <p:spPr>
          <a:xfrm>
            <a:off x="3995928" y="2130552"/>
            <a:ext cx="109728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0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queries</a:t>
            </a:r>
            <a:endParaRPr dirty="0" sz="1000" lang="en-US"/>
          </a:p>
        </p:txBody>
      </p:sp>
      <p:sp>
        <p:nvSpPr>
          <p:cNvPr id="1049120" name="Shape 20"/>
          <p:cNvSpPr/>
          <p:nvPr/>
        </p:nvSpPr>
        <p:spPr>
          <a:xfrm>
            <a:off x="5111496" y="2468880"/>
            <a:ext cx="91440" cy="0"/>
          </a:xfrm>
          <a:prstGeom prst="line"/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1049121" name="Shape 21"/>
          <p:cNvSpPr/>
          <p:nvPr/>
        </p:nvSpPr>
        <p:spPr>
          <a:xfrm>
            <a:off x="5221224" y="1188720"/>
            <a:ext cx="1097280" cy="2560320"/>
          </a:xfrm>
          <a:prstGeom prst="roundRect">
            <a:avLst>
              <a:gd name="adj" fmla="val 10000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22" name="Text 22"/>
          <p:cNvSpPr/>
          <p:nvPr/>
        </p:nvSpPr>
        <p:spPr>
          <a:xfrm>
            <a:off x="5221224" y="1298448"/>
            <a:ext cx="10972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dirty="0" sz="2000" lang="en-US"/>
          </a:p>
        </p:txBody>
      </p:sp>
      <p:sp>
        <p:nvSpPr>
          <p:cNvPr id="1049123" name="Text 23"/>
          <p:cNvSpPr/>
          <p:nvPr/>
        </p:nvSpPr>
        <p:spPr>
          <a:xfrm>
            <a:off x="5221224" y="1719072"/>
            <a:ext cx="10972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dirty="0" sz="1400" lang="en-US"/>
          </a:p>
        </p:txBody>
      </p:sp>
      <p:sp>
        <p:nvSpPr>
          <p:cNvPr id="1049124" name="Text 24"/>
          <p:cNvSpPr/>
          <p:nvPr/>
        </p:nvSpPr>
        <p:spPr>
          <a:xfrm>
            <a:off x="5221224" y="2130552"/>
            <a:ext cx="109728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0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groupby, sort, stats</a:t>
            </a:r>
            <a:endParaRPr dirty="0" sz="1000" lang="en-US"/>
          </a:p>
        </p:txBody>
      </p:sp>
      <p:sp>
        <p:nvSpPr>
          <p:cNvPr id="1049125" name="Shape 25"/>
          <p:cNvSpPr/>
          <p:nvPr/>
        </p:nvSpPr>
        <p:spPr>
          <a:xfrm>
            <a:off x="6336792" y="2468880"/>
            <a:ext cx="91440" cy="0"/>
          </a:xfrm>
          <a:prstGeom prst="line"/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1049126" name="Shape 26"/>
          <p:cNvSpPr/>
          <p:nvPr/>
        </p:nvSpPr>
        <p:spPr>
          <a:xfrm>
            <a:off x="6446520" y="1188720"/>
            <a:ext cx="1097280" cy="2560320"/>
          </a:xfrm>
          <a:prstGeom prst="roundRect">
            <a:avLst>
              <a:gd name="adj" fmla="val 10000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27" name="Text 27"/>
          <p:cNvSpPr/>
          <p:nvPr/>
        </p:nvSpPr>
        <p:spPr>
          <a:xfrm>
            <a:off x="6446520" y="1298448"/>
            <a:ext cx="10972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dirty="0" sz="2000" lang="en-US"/>
          </a:p>
        </p:txBody>
      </p:sp>
      <p:sp>
        <p:nvSpPr>
          <p:cNvPr id="1049128" name="Text 28"/>
          <p:cNvSpPr/>
          <p:nvPr/>
        </p:nvSpPr>
        <p:spPr>
          <a:xfrm>
            <a:off x="6446520" y="1719072"/>
            <a:ext cx="10972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dirty="0" sz="1400" lang="en-US"/>
          </a:p>
        </p:txBody>
      </p:sp>
      <p:sp>
        <p:nvSpPr>
          <p:cNvPr id="1049129" name="Text 29"/>
          <p:cNvSpPr/>
          <p:nvPr/>
        </p:nvSpPr>
        <p:spPr>
          <a:xfrm>
            <a:off x="6446520" y="2130552"/>
            <a:ext cx="109728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0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chart types</a:t>
            </a:r>
            <a:endParaRPr dirty="0" sz="1000" lang="en-US"/>
          </a:p>
        </p:txBody>
      </p:sp>
      <p:sp>
        <p:nvSpPr>
          <p:cNvPr id="1049130" name="Shape 30"/>
          <p:cNvSpPr/>
          <p:nvPr/>
        </p:nvSpPr>
        <p:spPr>
          <a:xfrm>
            <a:off x="7562088" y="2468880"/>
            <a:ext cx="91440" cy="0"/>
          </a:xfrm>
          <a:prstGeom prst="line"/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1049131" name="Shape 31"/>
          <p:cNvSpPr/>
          <p:nvPr/>
        </p:nvSpPr>
        <p:spPr>
          <a:xfrm>
            <a:off x="7671816" y="1188720"/>
            <a:ext cx="1097280" cy="2560320"/>
          </a:xfrm>
          <a:prstGeom prst="roundRect">
            <a:avLst>
              <a:gd name="adj" fmla="val 10000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32" name="Text 32"/>
          <p:cNvSpPr/>
          <p:nvPr/>
        </p:nvSpPr>
        <p:spPr>
          <a:xfrm>
            <a:off x="7671816" y="1298448"/>
            <a:ext cx="10972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dirty="0" sz="2000" lang="en-US"/>
          </a:p>
        </p:txBody>
      </p:sp>
      <p:sp>
        <p:nvSpPr>
          <p:cNvPr id="1049133" name="Text 33"/>
          <p:cNvSpPr/>
          <p:nvPr/>
        </p:nvSpPr>
        <p:spPr>
          <a:xfrm>
            <a:off x="7671816" y="1719072"/>
            <a:ext cx="10972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dirty="0" sz="1400" lang="en-US"/>
          </a:p>
        </p:txBody>
      </p:sp>
      <p:sp>
        <p:nvSpPr>
          <p:cNvPr id="1049134" name="Text 34"/>
          <p:cNvSpPr/>
          <p:nvPr/>
        </p:nvSpPr>
        <p:spPr>
          <a:xfrm>
            <a:off x="7671816" y="2130552"/>
            <a:ext cx="109728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0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dirty="0" sz="1000" lang="en-US"/>
          </a:p>
        </p:txBody>
      </p:sp>
      <p:sp>
        <p:nvSpPr>
          <p:cNvPr id="1049135" name="Shape 35"/>
          <p:cNvSpPr/>
          <p:nvPr/>
        </p:nvSpPr>
        <p:spPr>
          <a:xfrm>
            <a:off x="365760" y="3931920"/>
            <a:ext cx="8412480" cy="914400"/>
          </a:xfrm>
          <a:prstGeom prst="roundRect">
            <a:avLst>
              <a:gd name="adj" fmla="val 12000"/>
            </a:avLst>
          </a:prstGeom>
          <a:solidFill>
            <a:srgbClr val="050E1E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36" name="Text 36"/>
          <p:cNvSpPr/>
          <p:nvPr/>
        </p:nvSpPr>
        <p:spPr>
          <a:xfrm>
            <a:off x="502920" y="4005072"/>
            <a:ext cx="822960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pd.read_csv("google_play_store.csv")   →   df = df.dropna()   →   df["Installs"] = df["Installs"].str.replace("+","").astype(int)</a:t>
            </a:r>
            <a:endParaRPr dirty="0" sz="1100" lang="en-US"/>
          </a:p>
        </p:txBody>
      </p:sp>
      <p:sp>
        <p:nvSpPr>
          <p:cNvPr id="1049137" name="Text 37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dirty="0" sz="9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1" name="Shape 0"/>
          <p:cNvSpPr/>
          <p:nvPr/>
        </p:nvSpPr>
        <p:spPr>
          <a:xfrm>
            <a:off x="457200" y="164592"/>
            <a:ext cx="1403604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9142" name="Text 1"/>
          <p:cNvSpPr/>
          <p:nvPr/>
        </p:nvSpPr>
        <p:spPr>
          <a:xfrm>
            <a:off x="457200" y="164592"/>
            <a:ext cx="1403604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dirty="0" sz="900" lang="en-US"/>
          </a:p>
        </p:txBody>
      </p:sp>
      <p:sp>
        <p:nvSpPr>
          <p:cNvPr id="1049143" name="Text 2"/>
          <p:cNvSpPr/>
          <p:nvPr/>
        </p:nvSpPr>
        <p:spPr>
          <a:xfrm>
            <a:off x="457200" y="475488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Preprocessing Steps</a:t>
            </a:r>
            <a:endParaRPr dirty="0" sz="3000" lang="en-US"/>
          </a:p>
        </p:txBody>
      </p:sp>
      <p:sp>
        <p:nvSpPr>
          <p:cNvPr id="1049144" name="Shape 3"/>
          <p:cNvSpPr/>
          <p:nvPr/>
        </p:nvSpPr>
        <p:spPr>
          <a:xfrm>
            <a:off x="365760" y="1261872"/>
            <a:ext cx="841248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45" name="Text 4"/>
          <p:cNvSpPr/>
          <p:nvPr/>
        </p:nvSpPr>
        <p:spPr>
          <a:xfrm>
            <a:off x="502920" y="1298448"/>
            <a:ext cx="1554480" cy="69494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dirty="0" sz="1300" lang="en-US"/>
          </a:p>
        </p:txBody>
      </p:sp>
      <p:sp>
        <p:nvSpPr>
          <p:cNvPr id="1049146" name="Shape 5"/>
          <p:cNvSpPr/>
          <p:nvPr/>
        </p:nvSpPr>
        <p:spPr>
          <a:xfrm>
            <a:off x="2103120" y="1371600"/>
            <a:ext cx="0" cy="548640"/>
          </a:xfrm>
          <a:prstGeom prst="line"/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49147" name="Text 6"/>
          <p:cNvSpPr/>
          <p:nvPr/>
        </p:nvSpPr>
        <p:spPr>
          <a:xfrm>
            <a:off x="2194560" y="1298448"/>
            <a:ext cx="18288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~1,400 null rows</a:t>
            </a:r>
            <a:endParaRPr dirty="0" sz="1100" lang="en-US"/>
          </a:p>
        </p:txBody>
      </p:sp>
      <p:sp>
        <p:nvSpPr>
          <p:cNvPr id="1049148" name="Text 7"/>
          <p:cNvSpPr/>
          <p:nvPr/>
        </p:nvSpPr>
        <p:spPr>
          <a:xfrm>
            <a:off x="2194560" y="1572768"/>
            <a:ext cx="18288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0 nulls (dropna)</a:t>
            </a:r>
            <a:endParaRPr dirty="0" sz="1100" lang="en-US"/>
          </a:p>
        </p:txBody>
      </p:sp>
      <p:sp>
        <p:nvSpPr>
          <p:cNvPr id="1049149" name="Shape 8"/>
          <p:cNvSpPr/>
          <p:nvPr/>
        </p:nvSpPr>
        <p:spPr>
          <a:xfrm>
            <a:off x="4160520" y="1307592"/>
            <a:ext cx="4480560" cy="676656"/>
          </a:xfrm>
          <a:prstGeom prst="roundRect">
            <a:avLst>
              <a:gd name="adj" fmla="val 16216"/>
            </a:avLst>
          </a:prstGeom>
          <a:solidFill>
            <a:srgbClr val="F0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50" name="Text 9"/>
          <p:cNvSpPr/>
          <p:nvPr/>
        </p:nvSpPr>
        <p:spPr>
          <a:xfrm>
            <a:off x="4251960" y="1325880"/>
            <a:ext cx="429768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df.dropna()</a:t>
            </a:r>
            <a:endParaRPr dirty="0" sz="1000" lang="en-US"/>
          </a:p>
        </p:txBody>
      </p:sp>
      <p:sp>
        <p:nvSpPr>
          <p:cNvPr id="1049151" name="Shape 10"/>
          <p:cNvSpPr/>
          <p:nvPr/>
        </p:nvSpPr>
        <p:spPr>
          <a:xfrm>
            <a:off x="365760" y="2157984"/>
            <a:ext cx="841248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52" name="Text 11"/>
          <p:cNvSpPr/>
          <p:nvPr/>
        </p:nvSpPr>
        <p:spPr>
          <a:xfrm>
            <a:off x="502920" y="2194560"/>
            <a:ext cx="1554480" cy="69494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Column</a:t>
            </a:r>
            <a:endParaRPr dirty="0" sz="1300" lang="en-US"/>
          </a:p>
        </p:txBody>
      </p:sp>
      <p:sp>
        <p:nvSpPr>
          <p:cNvPr id="1049153" name="Shape 12"/>
          <p:cNvSpPr/>
          <p:nvPr/>
        </p:nvSpPr>
        <p:spPr>
          <a:xfrm>
            <a:off x="2103120" y="2267712"/>
            <a:ext cx="0" cy="548640"/>
          </a:xfrm>
          <a:prstGeom prst="line"/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49154" name="Text 13"/>
          <p:cNvSpPr/>
          <p:nvPr/>
        </p:nvSpPr>
        <p:spPr>
          <a:xfrm>
            <a:off x="2194560" y="2194560"/>
            <a:ext cx="18288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Object / string</a:t>
            </a:r>
            <a:endParaRPr dirty="0" sz="1100" lang="en-US"/>
          </a:p>
        </p:txBody>
      </p:sp>
      <p:sp>
        <p:nvSpPr>
          <p:cNvPr id="1049155" name="Text 14"/>
          <p:cNvSpPr/>
          <p:nvPr/>
        </p:nvSpPr>
        <p:spPr>
          <a:xfrm>
            <a:off x="2194560" y="2468880"/>
            <a:ext cx="18288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int64 numeric</a:t>
            </a:r>
            <a:endParaRPr dirty="0" sz="1100" lang="en-US"/>
          </a:p>
        </p:txBody>
      </p:sp>
      <p:sp>
        <p:nvSpPr>
          <p:cNvPr id="1049156" name="Shape 15"/>
          <p:cNvSpPr/>
          <p:nvPr/>
        </p:nvSpPr>
        <p:spPr>
          <a:xfrm>
            <a:off x="4160520" y="2203704"/>
            <a:ext cx="4480560" cy="676656"/>
          </a:xfrm>
          <a:prstGeom prst="roundRect">
            <a:avLst>
              <a:gd name="adj" fmla="val 16216"/>
            </a:avLst>
          </a:prstGeom>
          <a:solidFill>
            <a:srgbClr val="F0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57" name="Text 16"/>
          <p:cNvSpPr/>
          <p:nvPr/>
        </p:nvSpPr>
        <p:spPr>
          <a:xfrm>
            <a:off x="4251960" y="2221992"/>
            <a:ext cx="429768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df['Reviews'] = pd.to_numeric(df['Reviews'])</a:t>
            </a:r>
            <a:endParaRPr dirty="0" sz="1000" lang="en-US"/>
          </a:p>
        </p:txBody>
      </p:sp>
      <p:sp>
        <p:nvSpPr>
          <p:cNvPr id="1049158" name="Shape 17"/>
          <p:cNvSpPr/>
          <p:nvPr/>
        </p:nvSpPr>
        <p:spPr>
          <a:xfrm>
            <a:off x="365760" y="3054096"/>
            <a:ext cx="841248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59" name="Text 18"/>
          <p:cNvSpPr/>
          <p:nvPr/>
        </p:nvSpPr>
        <p:spPr>
          <a:xfrm>
            <a:off x="502920" y="3090672"/>
            <a:ext cx="1554480" cy="69494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Column</a:t>
            </a:r>
            <a:endParaRPr dirty="0" sz="1300" lang="en-US"/>
          </a:p>
        </p:txBody>
      </p:sp>
      <p:sp>
        <p:nvSpPr>
          <p:cNvPr id="1049160" name="Shape 19"/>
          <p:cNvSpPr/>
          <p:nvPr/>
        </p:nvSpPr>
        <p:spPr>
          <a:xfrm>
            <a:off x="2103120" y="3163824"/>
            <a:ext cx="0" cy="548640"/>
          </a:xfrm>
          <a:prstGeom prst="line"/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49161" name="Text 20"/>
          <p:cNvSpPr/>
          <p:nvPr/>
        </p:nvSpPr>
        <p:spPr>
          <a:xfrm>
            <a:off x="2194560" y="3090672"/>
            <a:ext cx="18288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'10,000+' string</a:t>
            </a:r>
            <a:endParaRPr dirty="0" sz="1100" lang="en-US"/>
          </a:p>
        </p:txBody>
      </p:sp>
      <p:sp>
        <p:nvSpPr>
          <p:cNvPr id="1049162" name="Text 21"/>
          <p:cNvSpPr/>
          <p:nvPr/>
        </p:nvSpPr>
        <p:spPr>
          <a:xfrm>
            <a:off x="2194560" y="3364992"/>
            <a:ext cx="18288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10000 integer</a:t>
            </a:r>
            <a:endParaRPr dirty="0" sz="1100" lang="en-US"/>
          </a:p>
        </p:txBody>
      </p:sp>
      <p:sp>
        <p:nvSpPr>
          <p:cNvPr id="1049163" name="Shape 22"/>
          <p:cNvSpPr/>
          <p:nvPr/>
        </p:nvSpPr>
        <p:spPr>
          <a:xfrm>
            <a:off x="4160520" y="3099816"/>
            <a:ext cx="4480560" cy="676656"/>
          </a:xfrm>
          <a:prstGeom prst="roundRect">
            <a:avLst>
              <a:gd name="adj" fmla="val 16216"/>
            </a:avLst>
          </a:prstGeom>
          <a:solidFill>
            <a:srgbClr val="F0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64" name="Text 23"/>
          <p:cNvSpPr/>
          <p:nvPr/>
        </p:nvSpPr>
        <p:spPr>
          <a:xfrm>
            <a:off x="4251960" y="3118104"/>
            <a:ext cx="429768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df['Installs'].str.replace('+','').str.replace(',','').astype(int)</a:t>
            </a:r>
            <a:endParaRPr dirty="0" sz="1000" lang="en-US"/>
          </a:p>
        </p:txBody>
      </p:sp>
      <p:sp>
        <p:nvSpPr>
          <p:cNvPr id="1049165" name="Shape 24"/>
          <p:cNvSpPr/>
          <p:nvPr/>
        </p:nvSpPr>
        <p:spPr>
          <a:xfrm>
            <a:off x="365760" y="3950208"/>
            <a:ext cx="841248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66" name="Text 25"/>
          <p:cNvSpPr/>
          <p:nvPr/>
        </p:nvSpPr>
        <p:spPr>
          <a:xfrm>
            <a:off x="502920" y="3986784"/>
            <a:ext cx="1554480" cy="69494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Column</a:t>
            </a:r>
            <a:endParaRPr dirty="0" sz="1300" lang="en-US"/>
          </a:p>
        </p:txBody>
      </p:sp>
      <p:sp>
        <p:nvSpPr>
          <p:cNvPr id="1049167" name="Shape 26"/>
          <p:cNvSpPr/>
          <p:nvPr/>
        </p:nvSpPr>
        <p:spPr>
          <a:xfrm>
            <a:off x="2103120" y="4059936"/>
            <a:ext cx="0" cy="548640"/>
          </a:xfrm>
          <a:prstGeom prst="line"/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49168" name="Text 27"/>
          <p:cNvSpPr/>
          <p:nvPr/>
        </p:nvSpPr>
        <p:spPr>
          <a:xfrm>
            <a:off x="2194560" y="3986784"/>
            <a:ext cx="18288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'$4.99' string</a:t>
            </a:r>
            <a:endParaRPr dirty="0" sz="1100" lang="en-US"/>
          </a:p>
        </p:txBody>
      </p:sp>
      <p:sp>
        <p:nvSpPr>
          <p:cNvPr id="1049169" name="Text 28"/>
          <p:cNvSpPr/>
          <p:nvPr/>
        </p:nvSpPr>
        <p:spPr>
          <a:xfrm>
            <a:off x="2194560" y="4261104"/>
            <a:ext cx="18288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4.99 float</a:t>
            </a:r>
            <a:endParaRPr dirty="0" sz="1100" lang="en-US"/>
          </a:p>
        </p:txBody>
      </p:sp>
      <p:sp>
        <p:nvSpPr>
          <p:cNvPr id="1049170" name="Shape 29"/>
          <p:cNvSpPr/>
          <p:nvPr/>
        </p:nvSpPr>
        <p:spPr>
          <a:xfrm>
            <a:off x="4160520" y="3995928"/>
            <a:ext cx="4480560" cy="676656"/>
          </a:xfrm>
          <a:prstGeom prst="roundRect">
            <a:avLst>
              <a:gd name="adj" fmla="val 16216"/>
            </a:avLst>
          </a:prstGeom>
          <a:solidFill>
            <a:srgbClr val="F0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71" name="Text 30"/>
          <p:cNvSpPr/>
          <p:nvPr/>
        </p:nvSpPr>
        <p:spPr>
          <a:xfrm>
            <a:off x="4251960" y="4014216"/>
            <a:ext cx="429768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df['Price'].str.replace('$','').astype(float)</a:t>
            </a:r>
            <a:endParaRPr dirty="0" sz="1000" lang="en-US"/>
          </a:p>
        </p:txBody>
      </p:sp>
      <p:sp>
        <p:nvSpPr>
          <p:cNvPr id="1049172" name="Text 31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dirty="0" sz="9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6" name="Shape 0"/>
          <p:cNvSpPr/>
          <p:nvPr/>
        </p:nvSpPr>
        <p:spPr>
          <a:xfrm>
            <a:off x="457200" y="164592"/>
            <a:ext cx="1837944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9177" name="Text 1"/>
          <p:cNvSpPr/>
          <p:nvPr/>
        </p:nvSpPr>
        <p:spPr>
          <a:xfrm>
            <a:off x="457200" y="164592"/>
            <a:ext cx="1837944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QUERIES</a:t>
            </a:r>
            <a:endParaRPr dirty="0" sz="900" lang="en-US"/>
          </a:p>
        </p:txBody>
      </p:sp>
      <p:sp>
        <p:nvSpPr>
          <p:cNvPr id="1049178" name="Text 2"/>
          <p:cNvSpPr/>
          <p:nvPr/>
        </p:nvSpPr>
        <p:spPr>
          <a:xfrm>
            <a:off x="457200" y="475488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Queries — Part 1 (Q1–Q10)</a:t>
            </a:r>
            <a:endParaRPr dirty="0" sz="2800" lang="en-US"/>
          </a:p>
        </p:txBody>
      </p:sp>
      <p:sp>
        <p:nvSpPr>
          <p:cNvPr id="1049179" name="Shape 3"/>
          <p:cNvSpPr/>
          <p:nvPr/>
        </p:nvSpPr>
        <p:spPr>
          <a:xfrm>
            <a:off x="365760" y="1252728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80" name="Text 4"/>
          <p:cNvSpPr/>
          <p:nvPr/>
        </p:nvSpPr>
        <p:spPr>
          <a:xfrm>
            <a:off x="502920" y="1280160"/>
            <a:ext cx="4572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dirty="0" sz="1300" lang="en-US"/>
          </a:p>
        </p:txBody>
      </p:sp>
      <p:sp>
        <p:nvSpPr>
          <p:cNvPr id="1049181" name="Text 5"/>
          <p:cNvSpPr/>
          <p:nvPr/>
        </p:nvSpPr>
        <p:spPr>
          <a:xfrm>
            <a:off x="1005840" y="1280160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apps in dataset</a:t>
            </a:r>
            <a:endParaRPr dirty="0" sz="1150" lang="en-US"/>
          </a:p>
        </p:txBody>
      </p:sp>
      <p:sp>
        <p:nvSpPr>
          <p:cNvPr id="1049182" name="Text 6"/>
          <p:cNvSpPr/>
          <p:nvPr/>
        </p:nvSpPr>
        <p:spPr>
          <a:xfrm>
            <a:off x="1005840" y="1572768"/>
            <a:ext cx="329184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df.shape[0]</a:t>
            </a:r>
            <a:endParaRPr dirty="0" sz="950" lang="en-US"/>
          </a:p>
        </p:txBody>
      </p:sp>
      <p:sp>
        <p:nvSpPr>
          <p:cNvPr id="1049183" name="Shape 7"/>
          <p:cNvSpPr/>
          <p:nvPr/>
        </p:nvSpPr>
        <p:spPr>
          <a:xfrm>
            <a:off x="4800600" y="1252728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84" name="Text 8"/>
          <p:cNvSpPr/>
          <p:nvPr/>
        </p:nvSpPr>
        <p:spPr>
          <a:xfrm>
            <a:off x="4937760" y="1280160"/>
            <a:ext cx="4572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dirty="0" sz="1300" lang="en-US"/>
          </a:p>
        </p:txBody>
      </p:sp>
      <p:sp>
        <p:nvSpPr>
          <p:cNvPr id="1049185" name="Text 9"/>
          <p:cNvSpPr/>
          <p:nvPr/>
        </p:nvSpPr>
        <p:spPr>
          <a:xfrm>
            <a:off x="5440680" y="1280160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categories</a:t>
            </a:r>
            <a:endParaRPr dirty="0" sz="1150" lang="en-US"/>
          </a:p>
        </p:txBody>
      </p:sp>
      <p:sp>
        <p:nvSpPr>
          <p:cNvPr id="1049186" name="Text 10"/>
          <p:cNvSpPr/>
          <p:nvPr/>
        </p:nvSpPr>
        <p:spPr>
          <a:xfrm>
            <a:off x="5440680" y="1572768"/>
            <a:ext cx="329184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df['Category'].nunique()</a:t>
            </a:r>
            <a:endParaRPr dirty="0" sz="950" lang="en-US"/>
          </a:p>
        </p:txBody>
      </p:sp>
      <p:sp>
        <p:nvSpPr>
          <p:cNvPr id="1049187" name="Shape 11"/>
          <p:cNvSpPr/>
          <p:nvPr/>
        </p:nvSpPr>
        <p:spPr>
          <a:xfrm>
            <a:off x="365760" y="2002536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88" name="Text 12"/>
          <p:cNvSpPr/>
          <p:nvPr/>
        </p:nvSpPr>
        <p:spPr>
          <a:xfrm>
            <a:off x="502920" y="2029968"/>
            <a:ext cx="4572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dirty="0" sz="1300" lang="en-US"/>
          </a:p>
        </p:txBody>
      </p:sp>
      <p:sp>
        <p:nvSpPr>
          <p:cNvPr id="1049189" name="Text 13"/>
          <p:cNvSpPr/>
          <p:nvPr/>
        </p:nvSpPr>
        <p:spPr>
          <a:xfrm>
            <a:off x="1005840" y="2029968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categories by count</a:t>
            </a:r>
            <a:endParaRPr dirty="0" sz="1150" lang="en-US"/>
          </a:p>
        </p:txBody>
      </p:sp>
      <p:sp>
        <p:nvSpPr>
          <p:cNvPr id="1049190" name="Text 14"/>
          <p:cNvSpPr/>
          <p:nvPr/>
        </p:nvSpPr>
        <p:spPr>
          <a:xfrm>
            <a:off x="1005840" y="2322576"/>
            <a:ext cx="329184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df['Category'].value_counts().head()</a:t>
            </a:r>
            <a:endParaRPr dirty="0" sz="950" lang="en-US"/>
          </a:p>
        </p:txBody>
      </p:sp>
      <p:sp>
        <p:nvSpPr>
          <p:cNvPr id="1049191" name="Shape 15"/>
          <p:cNvSpPr/>
          <p:nvPr/>
        </p:nvSpPr>
        <p:spPr>
          <a:xfrm>
            <a:off x="4800600" y="2002536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92" name="Text 16"/>
          <p:cNvSpPr/>
          <p:nvPr/>
        </p:nvSpPr>
        <p:spPr>
          <a:xfrm>
            <a:off x="4937760" y="2029968"/>
            <a:ext cx="4572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dirty="0" sz="1300" lang="en-US"/>
          </a:p>
        </p:txBody>
      </p:sp>
      <p:sp>
        <p:nvSpPr>
          <p:cNvPr id="1049193" name="Text 17"/>
          <p:cNvSpPr/>
          <p:nvPr/>
        </p:nvSpPr>
        <p:spPr>
          <a:xfrm>
            <a:off x="5440680" y="2029968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of all apps</a:t>
            </a:r>
            <a:endParaRPr dirty="0" sz="1150" lang="en-US"/>
          </a:p>
        </p:txBody>
      </p:sp>
      <p:sp>
        <p:nvSpPr>
          <p:cNvPr id="1049194" name="Text 18"/>
          <p:cNvSpPr/>
          <p:nvPr/>
        </p:nvSpPr>
        <p:spPr>
          <a:xfrm>
            <a:off x="5440680" y="2322576"/>
            <a:ext cx="329184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df['Rating'].mean()</a:t>
            </a:r>
            <a:endParaRPr dirty="0" sz="950" lang="en-US"/>
          </a:p>
        </p:txBody>
      </p:sp>
      <p:sp>
        <p:nvSpPr>
          <p:cNvPr id="1049195" name="Shape 19"/>
          <p:cNvSpPr/>
          <p:nvPr/>
        </p:nvSpPr>
        <p:spPr>
          <a:xfrm>
            <a:off x="365760" y="2752344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196" name="Text 20"/>
          <p:cNvSpPr/>
          <p:nvPr/>
        </p:nvSpPr>
        <p:spPr>
          <a:xfrm>
            <a:off x="502920" y="2779776"/>
            <a:ext cx="4572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dirty="0" sz="1300" lang="en-US"/>
          </a:p>
        </p:txBody>
      </p:sp>
      <p:sp>
        <p:nvSpPr>
          <p:cNvPr id="1049197" name="Text 21"/>
          <p:cNvSpPr/>
          <p:nvPr/>
        </p:nvSpPr>
        <p:spPr>
          <a:xfrm>
            <a:off x="1005840" y="2779776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with maximum reviews</a:t>
            </a:r>
            <a:endParaRPr dirty="0" sz="1150" lang="en-US"/>
          </a:p>
        </p:txBody>
      </p:sp>
      <p:sp>
        <p:nvSpPr>
          <p:cNvPr id="1049198" name="Text 22"/>
          <p:cNvSpPr/>
          <p:nvPr/>
        </p:nvSpPr>
        <p:spPr>
          <a:xfrm>
            <a:off x="1005840" y="3072384"/>
            <a:ext cx="329184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df.loc[df['Reviews'].idxmax(), 'App']</a:t>
            </a:r>
            <a:endParaRPr dirty="0" sz="950" lang="en-US"/>
          </a:p>
        </p:txBody>
      </p:sp>
      <p:sp>
        <p:nvSpPr>
          <p:cNvPr id="1049199" name="Shape 23"/>
          <p:cNvSpPr/>
          <p:nvPr/>
        </p:nvSpPr>
        <p:spPr>
          <a:xfrm>
            <a:off x="4800600" y="2752344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00" name="Text 24"/>
          <p:cNvSpPr/>
          <p:nvPr/>
        </p:nvSpPr>
        <p:spPr>
          <a:xfrm>
            <a:off x="4937760" y="2779776"/>
            <a:ext cx="4572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dirty="0" sz="1300" lang="en-US"/>
          </a:p>
        </p:txBody>
      </p:sp>
      <p:sp>
        <p:nvSpPr>
          <p:cNvPr id="1049201" name="Text 25"/>
          <p:cNvSpPr/>
          <p:nvPr/>
        </p:nvSpPr>
        <p:spPr>
          <a:xfrm>
            <a:off x="5440680" y="2779776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installs across all apps</a:t>
            </a:r>
            <a:endParaRPr dirty="0" sz="1150" lang="en-US"/>
          </a:p>
        </p:txBody>
      </p:sp>
      <p:sp>
        <p:nvSpPr>
          <p:cNvPr id="1049202" name="Text 26"/>
          <p:cNvSpPr/>
          <p:nvPr/>
        </p:nvSpPr>
        <p:spPr>
          <a:xfrm>
            <a:off x="5440680" y="3072384"/>
            <a:ext cx="329184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df['Installs'].sum()</a:t>
            </a:r>
            <a:endParaRPr dirty="0" sz="950" lang="en-US"/>
          </a:p>
        </p:txBody>
      </p:sp>
      <p:sp>
        <p:nvSpPr>
          <p:cNvPr id="1049203" name="Shape 27"/>
          <p:cNvSpPr/>
          <p:nvPr/>
        </p:nvSpPr>
        <p:spPr>
          <a:xfrm>
            <a:off x="365760" y="3502152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04" name="Text 28"/>
          <p:cNvSpPr/>
          <p:nvPr/>
        </p:nvSpPr>
        <p:spPr>
          <a:xfrm>
            <a:off x="502920" y="3529584"/>
            <a:ext cx="4572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dirty="0" sz="1300" lang="en-US"/>
          </a:p>
        </p:txBody>
      </p:sp>
      <p:sp>
        <p:nvSpPr>
          <p:cNvPr id="1049205" name="Text 29"/>
          <p:cNvSpPr/>
          <p:nvPr/>
        </p:nvSpPr>
        <p:spPr>
          <a:xfrm>
            <a:off x="1005840" y="3529584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 paid app count</a:t>
            </a:r>
            <a:endParaRPr dirty="0" sz="1150" lang="en-US"/>
          </a:p>
        </p:txBody>
      </p:sp>
      <p:sp>
        <p:nvSpPr>
          <p:cNvPr id="1049206" name="Text 30"/>
          <p:cNvSpPr/>
          <p:nvPr/>
        </p:nvSpPr>
        <p:spPr>
          <a:xfrm>
            <a:off x="1005840" y="3822192"/>
            <a:ext cx="329184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df['Type'].value_counts()</a:t>
            </a:r>
            <a:endParaRPr dirty="0" sz="950" lang="en-US"/>
          </a:p>
        </p:txBody>
      </p:sp>
      <p:sp>
        <p:nvSpPr>
          <p:cNvPr id="1049207" name="Shape 31"/>
          <p:cNvSpPr/>
          <p:nvPr/>
        </p:nvSpPr>
        <p:spPr>
          <a:xfrm>
            <a:off x="4800600" y="3502152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08" name="Text 32"/>
          <p:cNvSpPr/>
          <p:nvPr/>
        </p:nvSpPr>
        <p:spPr>
          <a:xfrm>
            <a:off x="4937760" y="3529584"/>
            <a:ext cx="4572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dirty="0" sz="1300" lang="en-US"/>
          </a:p>
        </p:txBody>
      </p:sp>
      <p:sp>
        <p:nvSpPr>
          <p:cNvPr id="1049209" name="Text 33"/>
          <p:cNvSpPr/>
          <p:nvPr/>
        </p:nvSpPr>
        <p:spPr>
          <a:xfrm>
            <a:off x="5440680" y="3529584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installs for free apps</a:t>
            </a:r>
            <a:endParaRPr dirty="0" sz="1150" lang="en-US"/>
          </a:p>
        </p:txBody>
      </p:sp>
      <p:sp>
        <p:nvSpPr>
          <p:cNvPr id="1049210" name="Text 34"/>
          <p:cNvSpPr/>
          <p:nvPr/>
        </p:nvSpPr>
        <p:spPr>
          <a:xfrm>
            <a:off x="5440680" y="3822192"/>
            <a:ext cx="329184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df[df['Type']=='Free']['Installs'].mean()</a:t>
            </a:r>
            <a:endParaRPr dirty="0" sz="950" lang="en-US"/>
          </a:p>
        </p:txBody>
      </p:sp>
      <p:sp>
        <p:nvSpPr>
          <p:cNvPr id="1049211" name="Shape 35"/>
          <p:cNvSpPr/>
          <p:nvPr/>
        </p:nvSpPr>
        <p:spPr>
          <a:xfrm>
            <a:off x="365760" y="4251960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12" name="Text 36"/>
          <p:cNvSpPr/>
          <p:nvPr/>
        </p:nvSpPr>
        <p:spPr>
          <a:xfrm>
            <a:off x="502920" y="4279392"/>
            <a:ext cx="4572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dirty="0" sz="1300" lang="en-US"/>
          </a:p>
        </p:txBody>
      </p:sp>
      <p:sp>
        <p:nvSpPr>
          <p:cNvPr id="1049213" name="Text 37"/>
          <p:cNvSpPr/>
          <p:nvPr/>
        </p:nvSpPr>
        <p:spPr>
          <a:xfrm>
            <a:off x="1005840" y="4279392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installs for paid apps</a:t>
            </a:r>
            <a:endParaRPr dirty="0" sz="1150" lang="en-US"/>
          </a:p>
        </p:txBody>
      </p:sp>
      <p:sp>
        <p:nvSpPr>
          <p:cNvPr id="1049214" name="Text 38"/>
          <p:cNvSpPr/>
          <p:nvPr/>
        </p:nvSpPr>
        <p:spPr>
          <a:xfrm>
            <a:off x="1005840" y="4572000"/>
            <a:ext cx="329184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df[df['Type']=='Paid']['Installs'].mean()</a:t>
            </a:r>
            <a:endParaRPr dirty="0" sz="950" lang="en-US"/>
          </a:p>
        </p:txBody>
      </p:sp>
      <p:sp>
        <p:nvSpPr>
          <p:cNvPr id="1049215" name="Shape 39"/>
          <p:cNvSpPr/>
          <p:nvPr/>
        </p:nvSpPr>
        <p:spPr>
          <a:xfrm>
            <a:off x="4800600" y="4251960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16" name="Text 40"/>
          <p:cNvSpPr/>
          <p:nvPr/>
        </p:nvSpPr>
        <p:spPr>
          <a:xfrm>
            <a:off x="4937760" y="4279392"/>
            <a:ext cx="4572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dirty="0" sz="1300" lang="en-US"/>
          </a:p>
        </p:txBody>
      </p:sp>
      <p:sp>
        <p:nvSpPr>
          <p:cNvPr id="1049217" name="Text 41"/>
          <p:cNvSpPr/>
          <p:nvPr/>
        </p:nvSpPr>
        <p:spPr>
          <a:xfrm>
            <a:off x="5440680" y="4279392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with highest avg rating</a:t>
            </a:r>
            <a:endParaRPr dirty="0" sz="1150" lang="en-US"/>
          </a:p>
        </p:txBody>
      </p:sp>
      <p:sp>
        <p:nvSpPr>
          <p:cNvPr id="1049218" name="Text 42"/>
          <p:cNvSpPr/>
          <p:nvPr/>
        </p:nvSpPr>
        <p:spPr>
          <a:xfrm>
            <a:off x="5440680" y="4572000"/>
            <a:ext cx="329184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df.groupby('Category')['Rating'].mean().idxmax()</a:t>
            </a:r>
            <a:endParaRPr dirty="0" sz="950" lang="en-US"/>
          </a:p>
        </p:txBody>
      </p:sp>
      <p:sp>
        <p:nvSpPr>
          <p:cNvPr id="1049219" name="Text 43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dirty="0" sz="9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F"/>
        </a:solidFill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23" name="Shape 0"/>
          <p:cNvSpPr/>
          <p:nvPr/>
        </p:nvSpPr>
        <p:spPr>
          <a:xfrm>
            <a:off x="457200" y="164592"/>
            <a:ext cx="1837944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9224" name="Text 1"/>
          <p:cNvSpPr/>
          <p:nvPr/>
        </p:nvSpPr>
        <p:spPr>
          <a:xfrm>
            <a:off x="457200" y="164592"/>
            <a:ext cx="1837944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QUERIES</a:t>
            </a:r>
            <a:endParaRPr dirty="0" sz="900" lang="en-US"/>
          </a:p>
        </p:txBody>
      </p:sp>
      <p:sp>
        <p:nvSpPr>
          <p:cNvPr id="1049225" name="Text 2"/>
          <p:cNvSpPr/>
          <p:nvPr/>
        </p:nvSpPr>
        <p:spPr>
          <a:xfrm>
            <a:off x="457200" y="475488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Queries — Part 2 (Q11–Q20)</a:t>
            </a:r>
            <a:endParaRPr dirty="0" sz="2800" lang="en-US"/>
          </a:p>
        </p:txBody>
      </p:sp>
      <p:sp>
        <p:nvSpPr>
          <p:cNvPr id="1049226" name="Shape 3"/>
          <p:cNvSpPr/>
          <p:nvPr/>
        </p:nvSpPr>
        <p:spPr>
          <a:xfrm>
            <a:off x="365760" y="1252728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27" name="Text 4"/>
          <p:cNvSpPr/>
          <p:nvPr/>
        </p:nvSpPr>
        <p:spPr>
          <a:xfrm>
            <a:off x="502920" y="1280160"/>
            <a:ext cx="50292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dirty="0" sz="1300" lang="en-US"/>
          </a:p>
        </p:txBody>
      </p:sp>
      <p:sp>
        <p:nvSpPr>
          <p:cNvPr id="1049228" name="Text 5"/>
          <p:cNvSpPr/>
          <p:nvPr/>
        </p:nvSpPr>
        <p:spPr>
          <a:xfrm>
            <a:off x="1051560" y="1280160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with lowest avg rating</a:t>
            </a:r>
            <a:endParaRPr dirty="0" sz="1150" lang="en-US"/>
          </a:p>
        </p:txBody>
      </p:sp>
      <p:sp>
        <p:nvSpPr>
          <p:cNvPr id="1049229" name="Text 6"/>
          <p:cNvSpPr/>
          <p:nvPr/>
        </p:nvSpPr>
        <p:spPr>
          <a:xfrm>
            <a:off x="1051560" y="1572768"/>
            <a:ext cx="324612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df.groupby('Category')['Rating'].mean().idxmin()</a:t>
            </a:r>
            <a:endParaRPr dirty="0" sz="950" lang="en-US"/>
          </a:p>
        </p:txBody>
      </p:sp>
      <p:sp>
        <p:nvSpPr>
          <p:cNvPr id="1049230" name="Shape 7"/>
          <p:cNvSpPr/>
          <p:nvPr/>
        </p:nvSpPr>
        <p:spPr>
          <a:xfrm>
            <a:off x="4800600" y="1252728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31" name="Text 8"/>
          <p:cNvSpPr/>
          <p:nvPr/>
        </p:nvSpPr>
        <p:spPr>
          <a:xfrm>
            <a:off x="4937760" y="1280160"/>
            <a:ext cx="50292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dirty="0" sz="1300" lang="en-US"/>
          </a:p>
        </p:txBody>
      </p:sp>
      <p:sp>
        <p:nvSpPr>
          <p:cNvPr id="1049232" name="Text 9"/>
          <p:cNvSpPr/>
          <p:nvPr/>
        </p:nvSpPr>
        <p:spPr>
          <a:xfrm>
            <a:off x="5486400" y="1280160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with most total installs</a:t>
            </a:r>
            <a:endParaRPr dirty="0" sz="1150" lang="en-US"/>
          </a:p>
        </p:txBody>
      </p:sp>
      <p:sp>
        <p:nvSpPr>
          <p:cNvPr id="1049233" name="Text 10"/>
          <p:cNvSpPr/>
          <p:nvPr/>
        </p:nvSpPr>
        <p:spPr>
          <a:xfrm>
            <a:off x="5486400" y="1572768"/>
            <a:ext cx="324612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df.groupby('Category')['Installs'].sum().idxmax()</a:t>
            </a:r>
            <a:endParaRPr dirty="0" sz="950" lang="en-US"/>
          </a:p>
        </p:txBody>
      </p:sp>
      <p:sp>
        <p:nvSpPr>
          <p:cNvPr id="1049234" name="Shape 11"/>
          <p:cNvSpPr/>
          <p:nvPr/>
        </p:nvSpPr>
        <p:spPr>
          <a:xfrm>
            <a:off x="365760" y="2002536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35" name="Text 12"/>
          <p:cNvSpPr/>
          <p:nvPr/>
        </p:nvSpPr>
        <p:spPr>
          <a:xfrm>
            <a:off x="502920" y="2029968"/>
            <a:ext cx="50292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dirty="0" sz="1300" lang="en-US"/>
          </a:p>
        </p:txBody>
      </p:sp>
      <p:sp>
        <p:nvSpPr>
          <p:cNvPr id="1049236" name="Text 13"/>
          <p:cNvSpPr/>
          <p:nvPr/>
        </p:nvSpPr>
        <p:spPr>
          <a:xfrm>
            <a:off x="1051560" y="2029968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rated above 4.8</a:t>
            </a:r>
            <a:endParaRPr dirty="0" sz="1150" lang="en-US"/>
          </a:p>
        </p:txBody>
      </p:sp>
      <p:sp>
        <p:nvSpPr>
          <p:cNvPr id="1049237" name="Text 14"/>
          <p:cNvSpPr/>
          <p:nvPr/>
        </p:nvSpPr>
        <p:spPr>
          <a:xfrm>
            <a:off x="1051560" y="2322576"/>
            <a:ext cx="324612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len(df[df['Rating'] &gt; 4.8])</a:t>
            </a:r>
            <a:endParaRPr dirty="0" sz="950" lang="en-US"/>
          </a:p>
        </p:txBody>
      </p:sp>
      <p:sp>
        <p:nvSpPr>
          <p:cNvPr id="1049238" name="Shape 15"/>
          <p:cNvSpPr/>
          <p:nvPr/>
        </p:nvSpPr>
        <p:spPr>
          <a:xfrm>
            <a:off x="4800600" y="2002536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39" name="Text 16"/>
          <p:cNvSpPr/>
          <p:nvPr/>
        </p:nvSpPr>
        <p:spPr>
          <a:xfrm>
            <a:off x="4937760" y="2029968"/>
            <a:ext cx="50292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dirty="0" sz="1300" lang="en-US"/>
          </a:p>
        </p:txBody>
      </p:sp>
      <p:sp>
        <p:nvSpPr>
          <p:cNvPr id="1049240" name="Text 17"/>
          <p:cNvSpPr/>
          <p:nvPr/>
        </p:nvSpPr>
        <p:spPr>
          <a:xfrm>
            <a:off x="5486400" y="2029968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expensive app &amp; price</a:t>
            </a:r>
            <a:endParaRPr dirty="0" sz="1150" lang="en-US"/>
          </a:p>
        </p:txBody>
      </p:sp>
      <p:sp>
        <p:nvSpPr>
          <p:cNvPr id="1049241" name="Text 18"/>
          <p:cNvSpPr/>
          <p:nvPr/>
        </p:nvSpPr>
        <p:spPr>
          <a:xfrm>
            <a:off x="5486400" y="2322576"/>
            <a:ext cx="324612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df.loc[df['Price'].idxmax(), ['App','Price']]</a:t>
            </a:r>
            <a:endParaRPr dirty="0" sz="950" lang="en-US"/>
          </a:p>
        </p:txBody>
      </p:sp>
      <p:sp>
        <p:nvSpPr>
          <p:cNvPr id="1049242" name="Shape 19"/>
          <p:cNvSpPr/>
          <p:nvPr/>
        </p:nvSpPr>
        <p:spPr>
          <a:xfrm>
            <a:off x="365760" y="2752344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43" name="Text 20"/>
          <p:cNvSpPr/>
          <p:nvPr/>
        </p:nvSpPr>
        <p:spPr>
          <a:xfrm>
            <a:off x="502920" y="2779776"/>
            <a:ext cx="50292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dirty="0" sz="1300" lang="en-US"/>
          </a:p>
        </p:txBody>
      </p:sp>
      <p:sp>
        <p:nvSpPr>
          <p:cNvPr id="1049244" name="Text 21"/>
          <p:cNvSpPr/>
          <p:nvPr/>
        </p:nvSpPr>
        <p:spPr>
          <a:xfrm>
            <a:off x="1051560" y="2779776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of paid apps</a:t>
            </a:r>
            <a:endParaRPr dirty="0" sz="1150" lang="en-US"/>
          </a:p>
        </p:txBody>
      </p:sp>
      <p:sp>
        <p:nvSpPr>
          <p:cNvPr id="1049245" name="Text 22"/>
          <p:cNvSpPr/>
          <p:nvPr/>
        </p:nvSpPr>
        <p:spPr>
          <a:xfrm>
            <a:off x="1051560" y="3072384"/>
            <a:ext cx="324612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df[df['Type']=='Paid']['Price'].mean()</a:t>
            </a:r>
            <a:endParaRPr dirty="0" sz="950" lang="en-US"/>
          </a:p>
        </p:txBody>
      </p:sp>
      <p:sp>
        <p:nvSpPr>
          <p:cNvPr id="1049246" name="Shape 23"/>
          <p:cNvSpPr/>
          <p:nvPr/>
        </p:nvSpPr>
        <p:spPr>
          <a:xfrm>
            <a:off x="4800600" y="2752344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47" name="Text 24"/>
          <p:cNvSpPr/>
          <p:nvPr/>
        </p:nvSpPr>
        <p:spPr>
          <a:xfrm>
            <a:off x="4937760" y="2779776"/>
            <a:ext cx="50292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dirty="0" sz="1300" lang="en-US"/>
          </a:p>
        </p:txBody>
      </p:sp>
      <p:sp>
        <p:nvSpPr>
          <p:cNvPr id="1049248" name="Text 25"/>
          <p:cNvSpPr/>
          <p:nvPr/>
        </p:nvSpPr>
        <p:spPr>
          <a:xfrm>
            <a:off x="5486400" y="2779776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most installed apps</a:t>
            </a:r>
            <a:endParaRPr dirty="0" sz="1150" lang="en-US"/>
          </a:p>
        </p:txBody>
      </p:sp>
      <p:sp>
        <p:nvSpPr>
          <p:cNvPr id="1049249" name="Text 26"/>
          <p:cNvSpPr/>
          <p:nvPr/>
        </p:nvSpPr>
        <p:spPr>
          <a:xfrm>
            <a:off x="5486400" y="3072384"/>
            <a:ext cx="324612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df.nlargest(3,'Installs')[['App','Installs']]</a:t>
            </a:r>
            <a:endParaRPr dirty="0" sz="950" lang="en-US"/>
          </a:p>
        </p:txBody>
      </p:sp>
      <p:sp>
        <p:nvSpPr>
          <p:cNvPr id="1049250" name="Shape 27"/>
          <p:cNvSpPr/>
          <p:nvPr/>
        </p:nvSpPr>
        <p:spPr>
          <a:xfrm>
            <a:off x="365760" y="3502152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51" name="Text 28"/>
          <p:cNvSpPr/>
          <p:nvPr/>
        </p:nvSpPr>
        <p:spPr>
          <a:xfrm>
            <a:off x="502920" y="3529584"/>
            <a:ext cx="50292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dirty="0" sz="1300" lang="en-US"/>
          </a:p>
        </p:txBody>
      </p:sp>
      <p:sp>
        <p:nvSpPr>
          <p:cNvPr id="1049252" name="Text 29"/>
          <p:cNvSpPr/>
          <p:nvPr/>
        </p:nvSpPr>
        <p:spPr>
          <a:xfrm>
            <a:off x="1051560" y="3529584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content rating groups</a:t>
            </a:r>
            <a:endParaRPr dirty="0" sz="1150" lang="en-US"/>
          </a:p>
        </p:txBody>
      </p:sp>
      <p:sp>
        <p:nvSpPr>
          <p:cNvPr id="1049253" name="Text 30"/>
          <p:cNvSpPr/>
          <p:nvPr/>
        </p:nvSpPr>
        <p:spPr>
          <a:xfrm>
            <a:off x="1051560" y="3822192"/>
            <a:ext cx="324612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df['Content Rating'].value_counts()</a:t>
            </a:r>
            <a:endParaRPr dirty="0" sz="950" lang="en-US"/>
          </a:p>
        </p:txBody>
      </p:sp>
      <p:sp>
        <p:nvSpPr>
          <p:cNvPr id="1049254" name="Shape 31"/>
          <p:cNvSpPr/>
          <p:nvPr/>
        </p:nvSpPr>
        <p:spPr>
          <a:xfrm>
            <a:off x="4800600" y="3502152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55" name="Text 32"/>
          <p:cNvSpPr/>
          <p:nvPr/>
        </p:nvSpPr>
        <p:spPr>
          <a:xfrm>
            <a:off x="4937760" y="3529584"/>
            <a:ext cx="50292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dirty="0" sz="1300" lang="en-US"/>
          </a:p>
        </p:txBody>
      </p:sp>
      <p:sp>
        <p:nvSpPr>
          <p:cNvPr id="1049256" name="Text 33"/>
          <p:cNvSpPr/>
          <p:nvPr/>
        </p:nvSpPr>
        <p:spPr>
          <a:xfrm>
            <a:off x="5486400" y="3529584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with over 1M installs</a:t>
            </a:r>
            <a:endParaRPr dirty="0" sz="1150" lang="en-US"/>
          </a:p>
        </p:txBody>
      </p:sp>
      <p:sp>
        <p:nvSpPr>
          <p:cNvPr id="1049257" name="Text 34"/>
          <p:cNvSpPr/>
          <p:nvPr/>
        </p:nvSpPr>
        <p:spPr>
          <a:xfrm>
            <a:off x="5486400" y="3822192"/>
            <a:ext cx="324612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len(df[df['Installs'] &gt;= 1000000])</a:t>
            </a:r>
            <a:endParaRPr dirty="0" sz="950" lang="en-US"/>
          </a:p>
        </p:txBody>
      </p:sp>
      <p:sp>
        <p:nvSpPr>
          <p:cNvPr id="1049258" name="Shape 35"/>
          <p:cNvSpPr/>
          <p:nvPr/>
        </p:nvSpPr>
        <p:spPr>
          <a:xfrm>
            <a:off x="365760" y="4251960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59" name="Text 36"/>
          <p:cNvSpPr/>
          <p:nvPr/>
        </p:nvSpPr>
        <p:spPr>
          <a:xfrm>
            <a:off x="502920" y="4279392"/>
            <a:ext cx="50292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dirty="0" sz="1300" lang="en-US"/>
          </a:p>
        </p:txBody>
      </p:sp>
      <p:sp>
        <p:nvSpPr>
          <p:cNvPr id="1049260" name="Text 37"/>
          <p:cNvSpPr/>
          <p:nvPr/>
        </p:nvSpPr>
        <p:spPr>
          <a:xfrm>
            <a:off x="1051560" y="4279392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Reviews vs Installs</a:t>
            </a:r>
            <a:endParaRPr dirty="0" sz="1150" lang="en-US"/>
          </a:p>
        </p:txBody>
      </p:sp>
      <p:sp>
        <p:nvSpPr>
          <p:cNvPr id="1049261" name="Text 38"/>
          <p:cNvSpPr/>
          <p:nvPr/>
        </p:nvSpPr>
        <p:spPr>
          <a:xfrm>
            <a:off x="1051560" y="4572000"/>
            <a:ext cx="324612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df['Reviews'].corr(df['Installs'])</a:t>
            </a:r>
            <a:endParaRPr dirty="0" sz="950" lang="en-US"/>
          </a:p>
        </p:txBody>
      </p:sp>
      <p:sp>
        <p:nvSpPr>
          <p:cNvPr id="1049262" name="Shape 39"/>
          <p:cNvSpPr/>
          <p:nvPr/>
        </p:nvSpPr>
        <p:spPr>
          <a:xfrm>
            <a:off x="4800600" y="4251960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63" name="Text 40"/>
          <p:cNvSpPr/>
          <p:nvPr/>
        </p:nvSpPr>
        <p:spPr>
          <a:xfrm>
            <a:off x="4937760" y="4279392"/>
            <a:ext cx="50292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dirty="0" sz="1300" lang="en-US"/>
          </a:p>
        </p:txBody>
      </p:sp>
      <p:sp>
        <p:nvSpPr>
          <p:cNvPr id="1049264" name="Text 41"/>
          <p:cNvSpPr/>
          <p:nvPr/>
        </p:nvSpPr>
        <p:spPr>
          <a:xfrm>
            <a:off x="5486400" y="4279392"/>
            <a:ext cx="192024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of ratings per category</a:t>
            </a:r>
            <a:endParaRPr dirty="0" sz="1150" lang="en-US"/>
          </a:p>
        </p:txBody>
      </p:sp>
      <p:sp>
        <p:nvSpPr>
          <p:cNvPr id="1049265" name="Text 42"/>
          <p:cNvSpPr/>
          <p:nvPr/>
        </p:nvSpPr>
        <p:spPr>
          <a:xfrm>
            <a:off x="5486400" y="4572000"/>
            <a:ext cx="324612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df.groupby('Category')['Rating'].var()</a:t>
            </a:r>
            <a:endParaRPr dirty="0" sz="950" lang="en-US"/>
          </a:p>
        </p:txBody>
      </p:sp>
      <p:sp>
        <p:nvSpPr>
          <p:cNvPr id="1049266" name="Text 43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dirty="0" sz="90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0" name="Shape 0"/>
          <p:cNvSpPr/>
          <p:nvPr/>
        </p:nvSpPr>
        <p:spPr>
          <a:xfrm>
            <a:off x="457200" y="164592"/>
            <a:ext cx="157734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9271" name="Text 1"/>
          <p:cNvSpPr/>
          <p:nvPr/>
        </p:nvSpPr>
        <p:spPr>
          <a:xfrm>
            <a:off x="457200" y="164592"/>
            <a:ext cx="157734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1</a:t>
            </a:r>
            <a:endParaRPr dirty="0" sz="900" lang="en-US"/>
          </a:p>
        </p:txBody>
      </p:sp>
      <p:sp>
        <p:nvSpPr>
          <p:cNvPr id="1049272" name="Text 2"/>
          <p:cNvSpPr/>
          <p:nvPr/>
        </p:nvSpPr>
        <p:spPr>
          <a:xfrm>
            <a:off x="457200" y="475488"/>
            <a:ext cx="54864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App Categories</a:t>
            </a:r>
            <a:endParaRPr dirty="0" sz="2800" lang="en-US"/>
          </a:p>
        </p:txBody>
      </p:sp>
      <p:pic>
        <p:nvPicPr>
          <p:cNvPr id="2097152" name="Visualization 1" descr="Chart from notebook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1249980"/>
            <a:ext cx="5486400" cy="3535079"/>
          </a:xfrm>
          <a:prstGeom prst="rect"/>
        </p:spPr>
      </p:pic>
      <p:sp>
        <p:nvSpPr>
          <p:cNvPr id="1049273" name="Shape 3"/>
          <p:cNvSpPr/>
          <p:nvPr/>
        </p:nvSpPr>
        <p:spPr>
          <a:xfrm>
            <a:off x="6035040" y="1188720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74" name="Text 4"/>
          <p:cNvSpPr/>
          <p:nvPr/>
        </p:nvSpPr>
        <p:spPr>
          <a:xfrm>
            <a:off x="6172200" y="1298448"/>
            <a:ext cx="25603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dirty="0" sz="1300" lang="en-US"/>
          </a:p>
        </p:txBody>
      </p:sp>
      <p:sp>
        <p:nvSpPr>
          <p:cNvPr id="1049275" name="Text 5"/>
          <p:cNvSpPr/>
          <p:nvPr/>
        </p:nvSpPr>
        <p:spPr>
          <a:xfrm>
            <a:off x="6172200" y="1691640"/>
            <a:ext cx="2560320" cy="1645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is the dominant category with nearly 2,000 apps — almost double the next category (GAME). Entertainment and utility apps together represent the majority of the marketplace.</a:t>
            </a:r>
            <a:endParaRPr dirty="0" sz="1200" lang="en-US"/>
          </a:p>
        </p:txBody>
      </p:sp>
      <p:sp>
        <p:nvSpPr>
          <p:cNvPr id="1049276" name="Text 6"/>
          <p:cNvSpPr/>
          <p:nvPr/>
        </p:nvSpPr>
        <p:spPr>
          <a:xfrm>
            <a:off x="6172200" y="3429000"/>
            <a:ext cx="256032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Used:</a:t>
            </a:r>
            <a:endParaRPr dirty="0" sz="1000" lang="en-US"/>
          </a:p>
        </p:txBody>
      </p:sp>
      <p:sp>
        <p:nvSpPr>
          <p:cNvPr id="1049277" name="Shape 7"/>
          <p:cNvSpPr/>
          <p:nvPr/>
        </p:nvSpPr>
        <p:spPr>
          <a:xfrm>
            <a:off x="6080760" y="3730752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F0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78" name="Text 8"/>
          <p:cNvSpPr/>
          <p:nvPr/>
        </p:nvSpPr>
        <p:spPr>
          <a:xfrm>
            <a:off x="6144768" y="3749040"/>
            <a:ext cx="2697480" cy="8686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df['Category']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.value_counts()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.head(10)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.plot(kind='bar')</a:t>
            </a:r>
            <a:endParaRPr dirty="0" sz="950" lang="en-US"/>
          </a:p>
        </p:txBody>
      </p:sp>
      <p:sp>
        <p:nvSpPr>
          <p:cNvPr id="1049279" name="Text 9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dirty="0" sz="90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3" name="Shape 0"/>
          <p:cNvSpPr/>
          <p:nvPr/>
        </p:nvSpPr>
        <p:spPr>
          <a:xfrm>
            <a:off x="457200" y="164592"/>
            <a:ext cx="157734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9284" name="Text 1"/>
          <p:cNvSpPr/>
          <p:nvPr/>
        </p:nvSpPr>
        <p:spPr>
          <a:xfrm>
            <a:off x="457200" y="164592"/>
            <a:ext cx="157734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2</a:t>
            </a:r>
            <a:endParaRPr dirty="0" sz="900" lang="en-US"/>
          </a:p>
        </p:txBody>
      </p:sp>
      <p:sp>
        <p:nvSpPr>
          <p:cNvPr id="1049285" name="Text 2"/>
          <p:cNvSpPr/>
          <p:nvPr/>
        </p:nvSpPr>
        <p:spPr>
          <a:xfrm>
            <a:off x="457200" y="475488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App Ratings</a:t>
            </a:r>
            <a:endParaRPr dirty="0" sz="2800" lang="en-US"/>
          </a:p>
        </p:txBody>
      </p:sp>
      <p:pic>
        <p:nvPicPr>
          <p:cNvPr id="2097153" name="Visualization 2" descr="Chart from notebook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08983" y="1188720"/>
            <a:ext cx="6371554" cy="3474720"/>
          </a:xfrm>
          <a:prstGeom prst="rect"/>
        </p:spPr>
      </p:pic>
      <p:sp>
        <p:nvSpPr>
          <p:cNvPr id="1049286" name="Shape 3"/>
          <p:cNvSpPr/>
          <p:nvPr/>
        </p:nvSpPr>
        <p:spPr>
          <a:xfrm>
            <a:off x="7360920" y="118872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87" name="Text 4"/>
          <p:cNvSpPr/>
          <p:nvPr/>
        </p:nvSpPr>
        <p:spPr>
          <a:xfrm>
            <a:off x="7360920" y="1261872"/>
            <a:ext cx="150876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6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4.19</a:t>
            </a:r>
            <a:endParaRPr dirty="0" sz="2600" lang="en-US"/>
          </a:p>
        </p:txBody>
      </p:sp>
      <p:sp>
        <p:nvSpPr>
          <p:cNvPr id="1049288" name="Text 5"/>
          <p:cNvSpPr/>
          <p:nvPr/>
        </p:nvSpPr>
        <p:spPr>
          <a:xfrm>
            <a:off x="7360920" y="1719072"/>
            <a:ext cx="15087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</a:t>
            </a:r>
            <a:endParaRPr dirty="0" sz="1100" lang="en-US"/>
          </a:p>
        </p:txBody>
      </p:sp>
      <p:sp>
        <p:nvSpPr>
          <p:cNvPr id="1049289" name="Shape 6"/>
          <p:cNvSpPr/>
          <p:nvPr/>
        </p:nvSpPr>
        <p:spPr>
          <a:xfrm>
            <a:off x="7360920" y="237744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90" name="Text 7"/>
          <p:cNvSpPr/>
          <p:nvPr/>
        </p:nvSpPr>
        <p:spPr>
          <a:xfrm>
            <a:off x="7360920" y="2450592"/>
            <a:ext cx="150876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6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dirty="0" sz="2600" lang="en-US"/>
          </a:p>
        </p:txBody>
      </p:sp>
      <p:sp>
        <p:nvSpPr>
          <p:cNvPr id="1049291" name="Text 8"/>
          <p:cNvSpPr/>
          <p:nvPr/>
        </p:nvSpPr>
        <p:spPr>
          <a:xfrm>
            <a:off x="7360920" y="2907792"/>
            <a:ext cx="15087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Rating</a:t>
            </a:r>
            <a:endParaRPr dirty="0" sz="1100" lang="en-US"/>
          </a:p>
        </p:txBody>
      </p:sp>
      <p:sp>
        <p:nvSpPr>
          <p:cNvPr id="1049292" name="Shape 9"/>
          <p:cNvSpPr/>
          <p:nvPr/>
        </p:nvSpPr>
        <p:spPr>
          <a:xfrm>
            <a:off x="7360920" y="356616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293" name="Text 10"/>
          <p:cNvSpPr/>
          <p:nvPr/>
        </p:nvSpPr>
        <p:spPr>
          <a:xfrm>
            <a:off x="7360920" y="3639312"/>
            <a:ext cx="150876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6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~0.21</a:t>
            </a:r>
            <a:endParaRPr dirty="0" sz="2600" lang="en-US"/>
          </a:p>
        </p:txBody>
      </p:sp>
      <p:sp>
        <p:nvSpPr>
          <p:cNvPr id="1049294" name="Text 11"/>
          <p:cNvSpPr/>
          <p:nvPr/>
        </p:nvSpPr>
        <p:spPr>
          <a:xfrm>
            <a:off x="7360920" y="4096512"/>
            <a:ext cx="15087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dirty="0" sz="1100" lang="en-US"/>
          </a:p>
        </p:txBody>
      </p:sp>
      <p:sp>
        <p:nvSpPr>
          <p:cNvPr id="1049295" name="Text 12"/>
          <p:cNvSpPr/>
          <p:nvPr/>
        </p:nvSpPr>
        <p:spPr>
          <a:xfrm>
            <a:off x="365760" y="4754880"/>
            <a:ext cx="841248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i="1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cluster between 4.0–4.8 ✦ Low-rated apps are comparatively rare</a:t>
            </a:r>
            <a:endParaRPr dirty="0" sz="1200" lang="en-US"/>
          </a:p>
        </p:txBody>
      </p:sp>
      <p:sp>
        <p:nvSpPr>
          <p:cNvPr id="1049296" name="Text 13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dirty="0" sz="90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A"/>
        </a:solidFill>
      </p:bgPr>
    </p:bg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0" name="Shape 0"/>
          <p:cNvSpPr/>
          <p:nvPr/>
        </p:nvSpPr>
        <p:spPr>
          <a:xfrm>
            <a:off x="457200" y="164592"/>
            <a:ext cx="157734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9301" name="Text 1"/>
          <p:cNvSpPr/>
          <p:nvPr/>
        </p:nvSpPr>
        <p:spPr>
          <a:xfrm>
            <a:off x="457200" y="164592"/>
            <a:ext cx="157734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3</a:t>
            </a:r>
            <a:endParaRPr dirty="0" sz="900" lang="en-US"/>
          </a:p>
        </p:txBody>
      </p:sp>
      <p:sp>
        <p:nvSpPr>
          <p:cNvPr id="1049302" name="Text 2"/>
          <p:cNvSpPr/>
          <p:nvPr/>
        </p:nvSpPr>
        <p:spPr>
          <a:xfrm>
            <a:off x="457200" y="475488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 Paid Apps</a:t>
            </a:r>
            <a:endParaRPr dirty="0" sz="2800" lang="en-US"/>
          </a:p>
        </p:txBody>
      </p:sp>
      <p:pic>
        <p:nvPicPr>
          <p:cNvPr id="2097154" name="Visualization 3" descr="Chart from notebook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1296785"/>
            <a:ext cx="4572000" cy="3258589"/>
          </a:xfrm>
          <a:prstGeom prst="rect"/>
        </p:spPr>
      </p:pic>
      <p:sp>
        <p:nvSpPr>
          <p:cNvPr id="1049303" name="Shape 3"/>
          <p:cNvSpPr/>
          <p:nvPr/>
        </p:nvSpPr>
        <p:spPr>
          <a:xfrm>
            <a:off x="5120640" y="118872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304" name="Text 4"/>
          <p:cNvSpPr/>
          <p:nvPr/>
        </p:nvSpPr>
        <p:spPr>
          <a:xfrm>
            <a:off x="5257800" y="1325880"/>
            <a:ext cx="33832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dirty="0" sz="1500" lang="en-US"/>
          </a:p>
        </p:txBody>
      </p:sp>
      <p:sp>
        <p:nvSpPr>
          <p:cNvPr id="1049305" name="Shape 5"/>
          <p:cNvSpPr/>
          <p:nvPr/>
        </p:nvSpPr>
        <p:spPr>
          <a:xfrm>
            <a:off x="5257800" y="1874520"/>
            <a:ext cx="128016" cy="128016"/>
          </a:xfrm>
          <a:prstGeom prst="ellipse"/>
          <a:solidFill>
            <a:srgbClr val="06B6D4"/>
          </a:solidFill>
        </p:spPr>
      </p:sp>
      <p:sp>
        <p:nvSpPr>
          <p:cNvPr id="1049306" name="Text 6"/>
          <p:cNvSpPr/>
          <p:nvPr/>
        </p:nvSpPr>
        <p:spPr>
          <a:xfrm>
            <a:off x="5486400" y="1810512"/>
            <a:ext cx="315468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~92% of all apps are FREE</a:t>
            </a:r>
            <a:endParaRPr dirty="0" sz="1250" lang="en-US"/>
          </a:p>
        </p:txBody>
      </p:sp>
      <p:sp>
        <p:nvSpPr>
          <p:cNvPr id="1049307" name="Shape 7"/>
          <p:cNvSpPr/>
          <p:nvPr/>
        </p:nvSpPr>
        <p:spPr>
          <a:xfrm>
            <a:off x="5257800" y="2386584"/>
            <a:ext cx="128016" cy="128016"/>
          </a:xfrm>
          <a:prstGeom prst="ellipse"/>
          <a:solidFill>
            <a:srgbClr val="06B6D4"/>
          </a:solidFill>
        </p:spPr>
      </p:sp>
      <p:sp>
        <p:nvSpPr>
          <p:cNvPr id="1049308" name="Text 8"/>
          <p:cNvSpPr/>
          <p:nvPr/>
        </p:nvSpPr>
        <p:spPr>
          <a:xfrm>
            <a:off x="5486400" y="2322576"/>
            <a:ext cx="315468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~8% of apps are paid</a:t>
            </a:r>
            <a:endParaRPr dirty="0" sz="1250" lang="en-US"/>
          </a:p>
        </p:txBody>
      </p:sp>
      <p:sp>
        <p:nvSpPr>
          <p:cNvPr id="1049309" name="Shape 9"/>
          <p:cNvSpPr/>
          <p:nvPr/>
        </p:nvSpPr>
        <p:spPr>
          <a:xfrm>
            <a:off x="5257800" y="2898648"/>
            <a:ext cx="128016" cy="128016"/>
          </a:xfrm>
          <a:prstGeom prst="ellipse"/>
          <a:solidFill>
            <a:srgbClr val="06B6D4"/>
          </a:solidFill>
        </p:spPr>
      </p:sp>
      <p:sp>
        <p:nvSpPr>
          <p:cNvPr id="1049310" name="Text 10"/>
          <p:cNvSpPr/>
          <p:nvPr/>
        </p:nvSpPr>
        <p:spPr>
          <a:xfrm>
            <a:off x="5486400" y="2834640"/>
            <a:ext cx="315468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&amp; ad-supported models dominate</a:t>
            </a:r>
            <a:endParaRPr dirty="0" sz="1250" lang="en-US"/>
          </a:p>
        </p:txBody>
      </p:sp>
      <p:sp>
        <p:nvSpPr>
          <p:cNvPr id="1049311" name="Shape 11"/>
          <p:cNvSpPr/>
          <p:nvPr/>
        </p:nvSpPr>
        <p:spPr>
          <a:xfrm>
            <a:off x="5257800" y="3410712"/>
            <a:ext cx="128016" cy="128016"/>
          </a:xfrm>
          <a:prstGeom prst="ellipse"/>
          <a:solidFill>
            <a:srgbClr val="06B6D4"/>
          </a:solidFill>
        </p:spPr>
      </p:sp>
      <p:sp>
        <p:nvSpPr>
          <p:cNvPr id="1049312" name="Text 12"/>
          <p:cNvSpPr/>
          <p:nvPr/>
        </p:nvSpPr>
        <p:spPr>
          <a:xfrm>
            <a:off x="5486400" y="3346704"/>
            <a:ext cx="315468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apps have lower total install counts on average</a:t>
            </a:r>
            <a:endParaRPr dirty="0" sz="1250" lang="en-US"/>
          </a:p>
        </p:txBody>
      </p:sp>
      <p:sp>
        <p:nvSpPr>
          <p:cNvPr id="1049313" name="Shape 13"/>
          <p:cNvSpPr/>
          <p:nvPr/>
        </p:nvSpPr>
        <p:spPr>
          <a:xfrm>
            <a:off x="5257800" y="3922776"/>
            <a:ext cx="128016" cy="128016"/>
          </a:xfrm>
          <a:prstGeom prst="ellipse"/>
          <a:solidFill>
            <a:srgbClr val="06B6D4"/>
          </a:solidFill>
        </p:spPr>
      </p:sp>
      <p:sp>
        <p:nvSpPr>
          <p:cNvPr id="1049314" name="Text 14"/>
          <p:cNvSpPr/>
          <p:nvPr/>
        </p:nvSpPr>
        <p:spPr>
          <a:xfrm>
            <a:off x="5486400" y="3858768"/>
            <a:ext cx="315468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apps rely on in-app purchases &amp; ads</a:t>
            </a:r>
            <a:endParaRPr dirty="0" sz="1250" lang="en-US"/>
          </a:p>
        </p:txBody>
      </p:sp>
      <p:sp>
        <p:nvSpPr>
          <p:cNvPr id="1049315" name="Text 15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dirty="0" sz="90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9" name="Shape 0"/>
          <p:cNvSpPr/>
          <p:nvPr/>
        </p:nvSpPr>
        <p:spPr>
          <a:xfrm>
            <a:off x="457200" y="164592"/>
            <a:ext cx="157734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9320" name="Text 1"/>
          <p:cNvSpPr/>
          <p:nvPr/>
        </p:nvSpPr>
        <p:spPr>
          <a:xfrm>
            <a:off x="457200" y="164592"/>
            <a:ext cx="157734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4</a:t>
            </a:r>
            <a:endParaRPr dirty="0" sz="900" lang="en-US"/>
          </a:p>
        </p:txBody>
      </p:sp>
      <p:sp>
        <p:nvSpPr>
          <p:cNvPr id="1049321" name="Text 2"/>
          <p:cNvSpPr/>
          <p:nvPr/>
        </p:nvSpPr>
        <p:spPr>
          <a:xfrm>
            <a:off x="457200" y="475488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 by Total Installs</a:t>
            </a:r>
            <a:endParaRPr dirty="0" sz="2800" lang="en-US"/>
          </a:p>
        </p:txBody>
      </p:sp>
      <p:pic>
        <p:nvPicPr>
          <p:cNvPr id="2097155" name="Visualization 4" descr="Chart from notebook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036683" y="1143000"/>
            <a:ext cx="5070633" cy="3566160"/>
          </a:xfrm>
          <a:prstGeom prst="rect"/>
        </p:spPr>
      </p:pic>
      <p:sp>
        <p:nvSpPr>
          <p:cNvPr id="1049322" name="Text 3"/>
          <p:cNvSpPr/>
          <p:nvPr/>
        </p:nvSpPr>
        <p:spPr>
          <a:xfrm>
            <a:off x="365760" y="4800600"/>
            <a:ext cx="841248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i="1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&amp; COMMUNICATION dominate — together accounting for nearly 40% of all Play Store installs</a:t>
            </a:r>
            <a:endParaRPr dirty="0" sz="1150" lang="en-US"/>
          </a:p>
        </p:txBody>
      </p:sp>
      <p:sp>
        <p:nvSpPr>
          <p:cNvPr id="1049323" name="Text 4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dirty="0" sz="90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7" name="Shape 0"/>
          <p:cNvSpPr/>
          <p:nvPr/>
        </p:nvSpPr>
        <p:spPr>
          <a:xfrm>
            <a:off x="457200" y="164592"/>
            <a:ext cx="157734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9328" name="Text 1"/>
          <p:cNvSpPr/>
          <p:nvPr/>
        </p:nvSpPr>
        <p:spPr>
          <a:xfrm>
            <a:off x="457200" y="164592"/>
            <a:ext cx="157734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5</a:t>
            </a:r>
            <a:endParaRPr dirty="0" sz="900" lang="en-US"/>
          </a:p>
        </p:txBody>
      </p:sp>
      <p:sp>
        <p:nvSpPr>
          <p:cNvPr id="1049329" name="Text 2"/>
          <p:cNvSpPr/>
          <p:nvPr/>
        </p:nvSpPr>
        <p:spPr>
          <a:xfrm>
            <a:off x="457200" y="475488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vs Installs — Correlation</a:t>
            </a:r>
            <a:endParaRPr dirty="0" sz="2800" lang="en-US"/>
          </a:p>
        </p:txBody>
      </p:sp>
      <p:pic>
        <p:nvPicPr>
          <p:cNvPr id="2097156" name="Visualization 5" descr="Chart from notebook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23090" y="1143000"/>
            <a:ext cx="4628940" cy="3657600"/>
          </a:xfrm>
          <a:prstGeom prst="rect"/>
        </p:spPr>
      </p:pic>
      <p:sp>
        <p:nvSpPr>
          <p:cNvPr id="1049330" name="Shape 3"/>
          <p:cNvSpPr/>
          <p:nvPr/>
        </p:nvSpPr>
        <p:spPr>
          <a:xfrm>
            <a:off x="6492240" y="114300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331" name="Text 4"/>
          <p:cNvSpPr/>
          <p:nvPr/>
        </p:nvSpPr>
        <p:spPr>
          <a:xfrm>
            <a:off x="6492240" y="1234440"/>
            <a:ext cx="228600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48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dirty="0" sz="4800" lang="en-US"/>
          </a:p>
        </p:txBody>
      </p:sp>
      <p:sp>
        <p:nvSpPr>
          <p:cNvPr id="1049332" name="Text 5"/>
          <p:cNvSpPr/>
          <p:nvPr/>
        </p:nvSpPr>
        <p:spPr>
          <a:xfrm>
            <a:off x="6492240" y="1828800"/>
            <a:ext cx="228600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dirty="0" sz="1200" lang="en-US"/>
          </a:p>
        </p:txBody>
      </p:sp>
      <p:sp>
        <p:nvSpPr>
          <p:cNvPr id="1049333" name="Shape 6"/>
          <p:cNvSpPr/>
          <p:nvPr/>
        </p:nvSpPr>
        <p:spPr>
          <a:xfrm>
            <a:off x="6492240" y="260604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334" name="Text 7"/>
          <p:cNvSpPr/>
          <p:nvPr/>
        </p:nvSpPr>
        <p:spPr>
          <a:xfrm>
            <a:off x="6583680" y="2724912"/>
            <a:ext cx="21031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dirty="0" sz="1300" lang="en-US"/>
          </a:p>
        </p:txBody>
      </p:sp>
      <p:sp>
        <p:nvSpPr>
          <p:cNvPr id="1049335" name="Text 8"/>
          <p:cNvSpPr/>
          <p:nvPr/>
        </p:nvSpPr>
        <p:spPr>
          <a:xfrm>
            <a:off x="6583680" y="3127248"/>
            <a:ext cx="2103120" cy="1554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of 0.64 indicates a strong positive relationship — apps with more user reviews consistently show higher install counts, confirming that social proof drives adoption.</a:t>
            </a:r>
            <a:endParaRPr dirty="0" sz="1150" lang="en-US"/>
          </a:p>
        </p:txBody>
      </p:sp>
      <p:sp>
        <p:nvSpPr>
          <p:cNvPr id="1049336" name="Text 9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dirty="0" sz="900"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6FF"/>
        </a:solidFill>
      </p:bgPr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40" name="Shape 0"/>
          <p:cNvSpPr/>
          <p:nvPr/>
        </p:nvSpPr>
        <p:spPr>
          <a:xfrm>
            <a:off x="457200" y="164592"/>
            <a:ext cx="1924812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9341" name="Text 1"/>
          <p:cNvSpPr/>
          <p:nvPr/>
        </p:nvSpPr>
        <p:spPr>
          <a:xfrm>
            <a:off x="457200" y="164592"/>
            <a:ext cx="1924812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6 &amp; 7</a:t>
            </a:r>
            <a:endParaRPr dirty="0" sz="900" lang="en-US"/>
          </a:p>
        </p:txBody>
      </p:sp>
      <p:sp>
        <p:nvSpPr>
          <p:cNvPr id="1049342" name="Text 2"/>
          <p:cNvSpPr/>
          <p:nvPr/>
        </p:nvSpPr>
        <p:spPr>
          <a:xfrm>
            <a:off x="457200" y="475488"/>
            <a:ext cx="822960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by Category  &amp;  Most Reviewed Apps</a:t>
            </a:r>
            <a:endParaRPr dirty="0" sz="2400" lang="en-US"/>
          </a:p>
        </p:txBody>
      </p:sp>
      <p:pic>
        <p:nvPicPr>
          <p:cNvPr id="2097157" name="Visualization 6" descr="Chart from notebook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74320" y="1116484"/>
            <a:ext cx="5029200" cy="3619191"/>
          </a:xfrm>
          <a:prstGeom prst="rect"/>
        </p:spPr>
      </p:pic>
      <p:sp>
        <p:nvSpPr>
          <p:cNvPr id="1049343" name="Text 3"/>
          <p:cNvSpPr/>
          <p:nvPr/>
        </p:nvSpPr>
        <p:spPr>
          <a:xfrm>
            <a:off x="5440680" y="1097280"/>
            <a:ext cx="34290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Reviewed Apps</a:t>
            </a:r>
            <a:endParaRPr dirty="0" sz="1400" lang="en-US"/>
          </a:p>
        </p:txBody>
      </p:sp>
      <p:sp>
        <p:nvSpPr>
          <p:cNvPr id="1049344" name="Shape 4"/>
          <p:cNvSpPr/>
          <p:nvPr/>
        </p:nvSpPr>
        <p:spPr>
          <a:xfrm>
            <a:off x="5440680" y="1572768"/>
            <a:ext cx="3429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345" name="Text 5"/>
          <p:cNvSpPr/>
          <p:nvPr/>
        </p:nvSpPr>
        <p:spPr>
          <a:xfrm>
            <a:off x="5532120" y="1618488"/>
            <a:ext cx="36576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dirty="0" sz="1400" lang="en-US"/>
          </a:p>
        </p:txBody>
      </p:sp>
      <p:sp>
        <p:nvSpPr>
          <p:cNvPr id="1049346" name="Text 6"/>
          <p:cNvSpPr/>
          <p:nvPr/>
        </p:nvSpPr>
        <p:spPr>
          <a:xfrm>
            <a:off x="5943600" y="1618488"/>
            <a:ext cx="173736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dirty="0" sz="1300" lang="en-US"/>
          </a:p>
        </p:txBody>
      </p:sp>
      <p:sp>
        <p:nvSpPr>
          <p:cNvPr id="1049347" name="Text 7"/>
          <p:cNvSpPr/>
          <p:nvPr/>
        </p:nvSpPr>
        <p:spPr>
          <a:xfrm>
            <a:off x="7680960" y="1618488"/>
            <a:ext cx="1097280" cy="475488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2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78M+</a:t>
            </a:r>
            <a:endParaRPr dirty="0" sz="1200" lang="en-US"/>
          </a:p>
        </p:txBody>
      </p:sp>
      <p:sp>
        <p:nvSpPr>
          <p:cNvPr id="1049348" name="Shape 8"/>
          <p:cNvSpPr/>
          <p:nvPr/>
        </p:nvSpPr>
        <p:spPr>
          <a:xfrm>
            <a:off x="5440680" y="2258568"/>
            <a:ext cx="3429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349" name="Text 9"/>
          <p:cNvSpPr/>
          <p:nvPr/>
        </p:nvSpPr>
        <p:spPr>
          <a:xfrm>
            <a:off x="5532120" y="2304288"/>
            <a:ext cx="36576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dirty="0" sz="1400" lang="en-US"/>
          </a:p>
        </p:txBody>
      </p:sp>
      <p:sp>
        <p:nvSpPr>
          <p:cNvPr id="1049350" name="Text 10"/>
          <p:cNvSpPr/>
          <p:nvPr/>
        </p:nvSpPr>
        <p:spPr>
          <a:xfrm>
            <a:off x="5943600" y="2304288"/>
            <a:ext cx="173736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dirty="0" sz="1300" lang="en-US"/>
          </a:p>
        </p:txBody>
      </p:sp>
      <p:sp>
        <p:nvSpPr>
          <p:cNvPr id="1049351" name="Text 11"/>
          <p:cNvSpPr/>
          <p:nvPr/>
        </p:nvSpPr>
        <p:spPr>
          <a:xfrm>
            <a:off x="7680960" y="2304288"/>
            <a:ext cx="1097280" cy="475488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2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69M+</a:t>
            </a:r>
            <a:endParaRPr dirty="0" sz="1200" lang="en-US"/>
          </a:p>
        </p:txBody>
      </p:sp>
      <p:sp>
        <p:nvSpPr>
          <p:cNvPr id="1049352" name="Shape 12"/>
          <p:cNvSpPr/>
          <p:nvPr/>
        </p:nvSpPr>
        <p:spPr>
          <a:xfrm>
            <a:off x="5440680" y="2944368"/>
            <a:ext cx="3429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353" name="Text 13"/>
          <p:cNvSpPr/>
          <p:nvPr/>
        </p:nvSpPr>
        <p:spPr>
          <a:xfrm>
            <a:off x="5532120" y="2990088"/>
            <a:ext cx="36576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dirty="0" sz="1400" lang="en-US"/>
          </a:p>
        </p:txBody>
      </p:sp>
      <p:sp>
        <p:nvSpPr>
          <p:cNvPr id="1049354" name="Text 14"/>
          <p:cNvSpPr/>
          <p:nvPr/>
        </p:nvSpPr>
        <p:spPr>
          <a:xfrm>
            <a:off x="5943600" y="2990088"/>
            <a:ext cx="173736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dirty="0" sz="1300" lang="en-US"/>
          </a:p>
        </p:txBody>
      </p:sp>
      <p:sp>
        <p:nvSpPr>
          <p:cNvPr id="1049355" name="Text 15"/>
          <p:cNvSpPr/>
          <p:nvPr/>
        </p:nvSpPr>
        <p:spPr>
          <a:xfrm>
            <a:off x="7680960" y="2990088"/>
            <a:ext cx="1097280" cy="475488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2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54M+</a:t>
            </a:r>
            <a:endParaRPr dirty="0" sz="1200" lang="en-US"/>
          </a:p>
        </p:txBody>
      </p:sp>
      <p:sp>
        <p:nvSpPr>
          <p:cNvPr id="1049356" name="Shape 16"/>
          <p:cNvSpPr/>
          <p:nvPr/>
        </p:nvSpPr>
        <p:spPr>
          <a:xfrm>
            <a:off x="5440680" y="3630168"/>
            <a:ext cx="3429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357" name="Text 17"/>
          <p:cNvSpPr/>
          <p:nvPr/>
        </p:nvSpPr>
        <p:spPr>
          <a:xfrm>
            <a:off x="5532120" y="3675888"/>
            <a:ext cx="36576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dirty="0" sz="1400" lang="en-US"/>
          </a:p>
        </p:txBody>
      </p:sp>
      <p:sp>
        <p:nvSpPr>
          <p:cNvPr id="1049358" name="Text 18"/>
          <p:cNvSpPr/>
          <p:nvPr/>
        </p:nvSpPr>
        <p:spPr>
          <a:xfrm>
            <a:off x="5943600" y="3675888"/>
            <a:ext cx="173736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</a:t>
            </a:r>
            <a:endParaRPr dirty="0" sz="1300" lang="en-US"/>
          </a:p>
        </p:txBody>
      </p:sp>
      <p:sp>
        <p:nvSpPr>
          <p:cNvPr id="1049359" name="Text 19"/>
          <p:cNvSpPr/>
          <p:nvPr/>
        </p:nvSpPr>
        <p:spPr>
          <a:xfrm>
            <a:off x="7680960" y="3675888"/>
            <a:ext cx="1097280" cy="475488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2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52M+</a:t>
            </a:r>
            <a:endParaRPr dirty="0" sz="1200" lang="en-US"/>
          </a:p>
        </p:txBody>
      </p:sp>
      <p:sp>
        <p:nvSpPr>
          <p:cNvPr id="1049360" name="Shape 20"/>
          <p:cNvSpPr/>
          <p:nvPr/>
        </p:nvSpPr>
        <p:spPr>
          <a:xfrm>
            <a:off x="5440680" y="4315968"/>
            <a:ext cx="3429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361" name="Text 21"/>
          <p:cNvSpPr/>
          <p:nvPr/>
        </p:nvSpPr>
        <p:spPr>
          <a:xfrm>
            <a:off x="5532120" y="4361688"/>
            <a:ext cx="36576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dirty="0" sz="1400" lang="en-US"/>
          </a:p>
        </p:txBody>
      </p:sp>
      <p:sp>
        <p:nvSpPr>
          <p:cNvPr id="1049362" name="Text 22"/>
          <p:cNvSpPr/>
          <p:nvPr/>
        </p:nvSpPr>
        <p:spPr>
          <a:xfrm>
            <a:off x="5943600" y="4361688"/>
            <a:ext cx="173736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dirty="0" sz="1300" lang="en-US"/>
          </a:p>
        </p:txBody>
      </p:sp>
      <p:sp>
        <p:nvSpPr>
          <p:cNvPr id="1049363" name="Text 23"/>
          <p:cNvSpPr/>
          <p:nvPr/>
        </p:nvSpPr>
        <p:spPr>
          <a:xfrm>
            <a:off x="7680960" y="4361688"/>
            <a:ext cx="1097280" cy="475488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2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36M+</a:t>
            </a:r>
            <a:endParaRPr dirty="0" sz="1200" lang="en-US"/>
          </a:p>
        </p:txBody>
      </p:sp>
      <p:sp>
        <p:nvSpPr>
          <p:cNvPr id="1049364" name="Text 24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dirty="0" sz="900"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D3A"/>
        </a:solidFill>
      </p:bgPr>
    </p:bg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68" name="Shape 0"/>
          <p:cNvSpPr/>
          <p:nvPr/>
        </p:nvSpPr>
        <p:spPr>
          <a:xfrm>
            <a:off x="9144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69" name="Shape 1"/>
          <p:cNvSpPr/>
          <p:nvPr/>
        </p:nvSpPr>
        <p:spPr>
          <a:xfrm>
            <a:off x="68580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70" name="Shape 2"/>
          <p:cNvSpPr/>
          <p:nvPr/>
        </p:nvSpPr>
        <p:spPr>
          <a:xfrm>
            <a:off x="128016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71" name="Shape 3"/>
          <p:cNvSpPr/>
          <p:nvPr/>
        </p:nvSpPr>
        <p:spPr>
          <a:xfrm>
            <a:off x="187452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72" name="Shape 4"/>
          <p:cNvSpPr/>
          <p:nvPr/>
        </p:nvSpPr>
        <p:spPr>
          <a:xfrm>
            <a:off x="246888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73" name="Shape 5"/>
          <p:cNvSpPr/>
          <p:nvPr/>
        </p:nvSpPr>
        <p:spPr>
          <a:xfrm>
            <a:off x="306324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74" name="Shape 6"/>
          <p:cNvSpPr/>
          <p:nvPr/>
        </p:nvSpPr>
        <p:spPr>
          <a:xfrm>
            <a:off x="365760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75" name="Shape 7"/>
          <p:cNvSpPr/>
          <p:nvPr/>
        </p:nvSpPr>
        <p:spPr>
          <a:xfrm>
            <a:off x="425196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76" name="Shape 8"/>
          <p:cNvSpPr/>
          <p:nvPr/>
        </p:nvSpPr>
        <p:spPr>
          <a:xfrm>
            <a:off x="484632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77" name="Shape 9"/>
          <p:cNvSpPr/>
          <p:nvPr/>
        </p:nvSpPr>
        <p:spPr>
          <a:xfrm>
            <a:off x="544068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78" name="Shape 10"/>
          <p:cNvSpPr/>
          <p:nvPr/>
        </p:nvSpPr>
        <p:spPr>
          <a:xfrm>
            <a:off x="603504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79" name="Shape 11"/>
          <p:cNvSpPr/>
          <p:nvPr/>
        </p:nvSpPr>
        <p:spPr>
          <a:xfrm>
            <a:off x="662940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80" name="Shape 12"/>
          <p:cNvSpPr/>
          <p:nvPr/>
        </p:nvSpPr>
        <p:spPr>
          <a:xfrm>
            <a:off x="722376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81" name="Shape 13"/>
          <p:cNvSpPr/>
          <p:nvPr/>
        </p:nvSpPr>
        <p:spPr>
          <a:xfrm>
            <a:off x="781812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82" name="Shape 14"/>
          <p:cNvSpPr/>
          <p:nvPr/>
        </p:nvSpPr>
        <p:spPr>
          <a:xfrm>
            <a:off x="841248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83" name="Shape 15"/>
          <p:cNvSpPr/>
          <p:nvPr/>
        </p:nvSpPr>
        <p:spPr>
          <a:xfrm>
            <a:off x="900684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84" name="Shape 16"/>
          <p:cNvSpPr/>
          <p:nvPr/>
        </p:nvSpPr>
        <p:spPr>
          <a:xfrm>
            <a:off x="9144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85" name="Shape 17"/>
          <p:cNvSpPr/>
          <p:nvPr/>
        </p:nvSpPr>
        <p:spPr>
          <a:xfrm>
            <a:off x="68580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86" name="Shape 18"/>
          <p:cNvSpPr/>
          <p:nvPr/>
        </p:nvSpPr>
        <p:spPr>
          <a:xfrm>
            <a:off x="128016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87" name="Shape 19"/>
          <p:cNvSpPr/>
          <p:nvPr/>
        </p:nvSpPr>
        <p:spPr>
          <a:xfrm>
            <a:off x="187452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88" name="Shape 20"/>
          <p:cNvSpPr/>
          <p:nvPr/>
        </p:nvSpPr>
        <p:spPr>
          <a:xfrm>
            <a:off x="246888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89" name="Shape 21"/>
          <p:cNvSpPr/>
          <p:nvPr/>
        </p:nvSpPr>
        <p:spPr>
          <a:xfrm>
            <a:off x="306324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90" name="Shape 22"/>
          <p:cNvSpPr/>
          <p:nvPr/>
        </p:nvSpPr>
        <p:spPr>
          <a:xfrm>
            <a:off x="365760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91" name="Shape 23"/>
          <p:cNvSpPr/>
          <p:nvPr/>
        </p:nvSpPr>
        <p:spPr>
          <a:xfrm>
            <a:off x="425196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92" name="Shape 24"/>
          <p:cNvSpPr/>
          <p:nvPr/>
        </p:nvSpPr>
        <p:spPr>
          <a:xfrm>
            <a:off x="484632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93" name="Shape 25"/>
          <p:cNvSpPr/>
          <p:nvPr/>
        </p:nvSpPr>
        <p:spPr>
          <a:xfrm>
            <a:off x="544068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94" name="Shape 26"/>
          <p:cNvSpPr/>
          <p:nvPr/>
        </p:nvSpPr>
        <p:spPr>
          <a:xfrm>
            <a:off x="603504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95" name="Shape 27"/>
          <p:cNvSpPr/>
          <p:nvPr/>
        </p:nvSpPr>
        <p:spPr>
          <a:xfrm>
            <a:off x="662940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96" name="Shape 28"/>
          <p:cNvSpPr/>
          <p:nvPr/>
        </p:nvSpPr>
        <p:spPr>
          <a:xfrm>
            <a:off x="722376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97" name="Shape 29"/>
          <p:cNvSpPr/>
          <p:nvPr/>
        </p:nvSpPr>
        <p:spPr>
          <a:xfrm>
            <a:off x="781812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98" name="Shape 30"/>
          <p:cNvSpPr/>
          <p:nvPr/>
        </p:nvSpPr>
        <p:spPr>
          <a:xfrm>
            <a:off x="841248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399" name="Shape 31"/>
          <p:cNvSpPr/>
          <p:nvPr/>
        </p:nvSpPr>
        <p:spPr>
          <a:xfrm>
            <a:off x="900684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00" name="Shape 32"/>
          <p:cNvSpPr/>
          <p:nvPr/>
        </p:nvSpPr>
        <p:spPr>
          <a:xfrm>
            <a:off x="9144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01" name="Shape 33"/>
          <p:cNvSpPr/>
          <p:nvPr/>
        </p:nvSpPr>
        <p:spPr>
          <a:xfrm>
            <a:off x="68580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02" name="Shape 34"/>
          <p:cNvSpPr/>
          <p:nvPr/>
        </p:nvSpPr>
        <p:spPr>
          <a:xfrm>
            <a:off x="128016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03" name="Shape 35"/>
          <p:cNvSpPr/>
          <p:nvPr/>
        </p:nvSpPr>
        <p:spPr>
          <a:xfrm>
            <a:off x="187452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04" name="Shape 36"/>
          <p:cNvSpPr/>
          <p:nvPr/>
        </p:nvSpPr>
        <p:spPr>
          <a:xfrm>
            <a:off x="246888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05" name="Shape 37"/>
          <p:cNvSpPr/>
          <p:nvPr/>
        </p:nvSpPr>
        <p:spPr>
          <a:xfrm>
            <a:off x="306324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06" name="Shape 38"/>
          <p:cNvSpPr/>
          <p:nvPr/>
        </p:nvSpPr>
        <p:spPr>
          <a:xfrm>
            <a:off x="365760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07" name="Shape 39"/>
          <p:cNvSpPr/>
          <p:nvPr/>
        </p:nvSpPr>
        <p:spPr>
          <a:xfrm>
            <a:off x="425196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08" name="Shape 40"/>
          <p:cNvSpPr/>
          <p:nvPr/>
        </p:nvSpPr>
        <p:spPr>
          <a:xfrm>
            <a:off x="484632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09" name="Shape 41"/>
          <p:cNvSpPr/>
          <p:nvPr/>
        </p:nvSpPr>
        <p:spPr>
          <a:xfrm>
            <a:off x="544068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10" name="Shape 42"/>
          <p:cNvSpPr/>
          <p:nvPr/>
        </p:nvSpPr>
        <p:spPr>
          <a:xfrm>
            <a:off x="603504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11" name="Shape 43"/>
          <p:cNvSpPr/>
          <p:nvPr/>
        </p:nvSpPr>
        <p:spPr>
          <a:xfrm>
            <a:off x="662940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12" name="Shape 44"/>
          <p:cNvSpPr/>
          <p:nvPr/>
        </p:nvSpPr>
        <p:spPr>
          <a:xfrm>
            <a:off x="722376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13" name="Shape 45"/>
          <p:cNvSpPr/>
          <p:nvPr/>
        </p:nvSpPr>
        <p:spPr>
          <a:xfrm>
            <a:off x="781812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14" name="Shape 46"/>
          <p:cNvSpPr/>
          <p:nvPr/>
        </p:nvSpPr>
        <p:spPr>
          <a:xfrm>
            <a:off x="841248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15" name="Shape 47"/>
          <p:cNvSpPr/>
          <p:nvPr/>
        </p:nvSpPr>
        <p:spPr>
          <a:xfrm>
            <a:off x="900684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16" name="Shape 48"/>
          <p:cNvSpPr/>
          <p:nvPr/>
        </p:nvSpPr>
        <p:spPr>
          <a:xfrm>
            <a:off x="9144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17" name="Shape 49"/>
          <p:cNvSpPr/>
          <p:nvPr/>
        </p:nvSpPr>
        <p:spPr>
          <a:xfrm>
            <a:off x="68580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18" name="Shape 50"/>
          <p:cNvSpPr/>
          <p:nvPr/>
        </p:nvSpPr>
        <p:spPr>
          <a:xfrm>
            <a:off x="128016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19" name="Shape 51"/>
          <p:cNvSpPr/>
          <p:nvPr/>
        </p:nvSpPr>
        <p:spPr>
          <a:xfrm>
            <a:off x="187452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20" name="Shape 52"/>
          <p:cNvSpPr/>
          <p:nvPr/>
        </p:nvSpPr>
        <p:spPr>
          <a:xfrm>
            <a:off x="246888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21" name="Shape 53"/>
          <p:cNvSpPr/>
          <p:nvPr/>
        </p:nvSpPr>
        <p:spPr>
          <a:xfrm>
            <a:off x="306324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22" name="Shape 54"/>
          <p:cNvSpPr/>
          <p:nvPr/>
        </p:nvSpPr>
        <p:spPr>
          <a:xfrm>
            <a:off x="365760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23" name="Shape 55"/>
          <p:cNvSpPr/>
          <p:nvPr/>
        </p:nvSpPr>
        <p:spPr>
          <a:xfrm>
            <a:off x="425196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24" name="Shape 56"/>
          <p:cNvSpPr/>
          <p:nvPr/>
        </p:nvSpPr>
        <p:spPr>
          <a:xfrm>
            <a:off x="484632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25" name="Shape 57"/>
          <p:cNvSpPr/>
          <p:nvPr/>
        </p:nvSpPr>
        <p:spPr>
          <a:xfrm>
            <a:off x="544068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26" name="Shape 58"/>
          <p:cNvSpPr/>
          <p:nvPr/>
        </p:nvSpPr>
        <p:spPr>
          <a:xfrm>
            <a:off x="603504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27" name="Shape 59"/>
          <p:cNvSpPr/>
          <p:nvPr/>
        </p:nvSpPr>
        <p:spPr>
          <a:xfrm>
            <a:off x="662940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28" name="Shape 60"/>
          <p:cNvSpPr/>
          <p:nvPr/>
        </p:nvSpPr>
        <p:spPr>
          <a:xfrm>
            <a:off x="722376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29" name="Shape 61"/>
          <p:cNvSpPr/>
          <p:nvPr/>
        </p:nvSpPr>
        <p:spPr>
          <a:xfrm>
            <a:off x="781812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30" name="Shape 62"/>
          <p:cNvSpPr/>
          <p:nvPr/>
        </p:nvSpPr>
        <p:spPr>
          <a:xfrm>
            <a:off x="841248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31" name="Shape 63"/>
          <p:cNvSpPr/>
          <p:nvPr/>
        </p:nvSpPr>
        <p:spPr>
          <a:xfrm>
            <a:off x="900684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32" name="Shape 64"/>
          <p:cNvSpPr/>
          <p:nvPr/>
        </p:nvSpPr>
        <p:spPr>
          <a:xfrm>
            <a:off x="9144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33" name="Shape 65"/>
          <p:cNvSpPr/>
          <p:nvPr/>
        </p:nvSpPr>
        <p:spPr>
          <a:xfrm>
            <a:off x="68580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34" name="Shape 66"/>
          <p:cNvSpPr/>
          <p:nvPr/>
        </p:nvSpPr>
        <p:spPr>
          <a:xfrm>
            <a:off x="128016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35" name="Shape 67"/>
          <p:cNvSpPr/>
          <p:nvPr/>
        </p:nvSpPr>
        <p:spPr>
          <a:xfrm>
            <a:off x="187452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36" name="Shape 68"/>
          <p:cNvSpPr/>
          <p:nvPr/>
        </p:nvSpPr>
        <p:spPr>
          <a:xfrm>
            <a:off x="246888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37" name="Shape 69"/>
          <p:cNvSpPr/>
          <p:nvPr/>
        </p:nvSpPr>
        <p:spPr>
          <a:xfrm>
            <a:off x="306324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38" name="Shape 70"/>
          <p:cNvSpPr/>
          <p:nvPr/>
        </p:nvSpPr>
        <p:spPr>
          <a:xfrm>
            <a:off x="365760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39" name="Shape 71"/>
          <p:cNvSpPr/>
          <p:nvPr/>
        </p:nvSpPr>
        <p:spPr>
          <a:xfrm>
            <a:off x="425196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40" name="Shape 72"/>
          <p:cNvSpPr/>
          <p:nvPr/>
        </p:nvSpPr>
        <p:spPr>
          <a:xfrm>
            <a:off x="484632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41" name="Shape 73"/>
          <p:cNvSpPr/>
          <p:nvPr/>
        </p:nvSpPr>
        <p:spPr>
          <a:xfrm>
            <a:off x="544068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42" name="Shape 74"/>
          <p:cNvSpPr/>
          <p:nvPr/>
        </p:nvSpPr>
        <p:spPr>
          <a:xfrm>
            <a:off x="603504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43" name="Shape 75"/>
          <p:cNvSpPr/>
          <p:nvPr/>
        </p:nvSpPr>
        <p:spPr>
          <a:xfrm>
            <a:off x="662940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44" name="Shape 76"/>
          <p:cNvSpPr/>
          <p:nvPr/>
        </p:nvSpPr>
        <p:spPr>
          <a:xfrm>
            <a:off x="722376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45" name="Shape 77"/>
          <p:cNvSpPr/>
          <p:nvPr/>
        </p:nvSpPr>
        <p:spPr>
          <a:xfrm>
            <a:off x="781812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46" name="Shape 78"/>
          <p:cNvSpPr/>
          <p:nvPr/>
        </p:nvSpPr>
        <p:spPr>
          <a:xfrm>
            <a:off x="841248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47" name="Shape 79"/>
          <p:cNvSpPr/>
          <p:nvPr/>
        </p:nvSpPr>
        <p:spPr>
          <a:xfrm>
            <a:off x="900684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48" name="Shape 80"/>
          <p:cNvSpPr/>
          <p:nvPr/>
        </p:nvSpPr>
        <p:spPr>
          <a:xfrm>
            <a:off x="9144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49" name="Shape 81"/>
          <p:cNvSpPr/>
          <p:nvPr/>
        </p:nvSpPr>
        <p:spPr>
          <a:xfrm>
            <a:off x="68580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50" name="Shape 82"/>
          <p:cNvSpPr/>
          <p:nvPr/>
        </p:nvSpPr>
        <p:spPr>
          <a:xfrm>
            <a:off x="128016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51" name="Shape 83"/>
          <p:cNvSpPr/>
          <p:nvPr/>
        </p:nvSpPr>
        <p:spPr>
          <a:xfrm>
            <a:off x="187452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52" name="Shape 84"/>
          <p:cNvSpPr/>
          <p:nvPr/>
        </p:nvSpPr>
        <p:spPr>
          <a:xfrm>
            <a:off x="246888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53" name="Shape 85"/>
          <p:cNvSpPr/>
          <p:nvPr/>
        </p:nvSpPr>
        <p:spPr>
          <a:xfrm>
            <a:off x="306324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54" name="Shape 86"/>
          <p:cNvSpPr/>
          <p:nvPr/>
        </p:nvSpPr>
        <p:spPr>
          <a:xfrm>
            <a:off x="365760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55" name="Shape 87"/>
          <p:cNvSpPr/>
          <p:nvPr/>
        </p:nvSpPr>
        <p:spPr>
          <a:xfrm>
            <a:off x="425196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56" name="Shape 88"/>
          <p:cNvSpPr/>
          <p:nvPr/>
        </p:nvSpPr>
        <p:spPr>
          <a:xfrm>
            <a:off x="484632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57" name="Shape 89"/>
          <p:cNvSpPr/>
          <p:nvPr/>
        </p:nvSpPr>
        <p:spPr>
          <a:xfrm>
            <a:off x="544068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58" name="Shape 90"/>
          <p:cNvSpPr/>
          <p:nvPr/>
        </p:nvSpPr>
        <p:spPr>
          <a:xfrm>
            <a:off x="603504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59" name="Shape 91"/>
          <p:cNvSpPr/>
          <p:nvPr/>
        </p:nvSpPr>
        <p:spPr>
          <a:xfrm>
            <a:off x="662940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60" name="Shape 92"/>
          <p:cNvSpPr/>
          <p:nvPr/>
        </p:nvSpPr>
        <p:spPr>
          <a:xfrm>
            <a:off x="722376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61" name="Shape 93"/>
          <p:cNvSpPr/>
          <p:nvPr/>
        </p:nvSpPr>
        <p:spPr>
          <a:xfrm>
            <a:off x="781812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62" name="Shape 94"/>
          <p:cNvSpPr/>
          <p:nvPr/>
        </p:nvSpPr>
        <p:spPr>
          <a:xfrm>
            <a:off x="841248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63" name="Shape 95"/>
          <p:cNvSpPr/>
          <p:nvPr/>
        </p:nvSpPr>
        <p:spPr>
          <a:xfrm>
            <a:off x="900684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64" name="Shape 96"/>
          <p:cNvSpPr/>
          <p:nvPr/>
        </p:nvSpPr>
        <p:spPr>
          <a:xfrm>
            <a:off x="9144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65" name="Shape 97"/>
          <p:cNvSpPr/>
          <p:nvPr/>
        </p:nvSpPr>
        <p:spPr>
          <a:xfrm>
            <a:off x="68580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66" name="Shape 98"/>
          <p:cNvSpPr/>
          <p:nvPr/>
        </p:nvSpPr>
        <p:spPr>
          <a:xfrm>
            <a:off x="128016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67" name="Shape 99"/>
          <p:cNvSpPr/>
          <p:nvPr/>
        </p:nvSpPr>
        <p:spPr>
          <a:xfrm>
            <a:off x="187452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68" name="Shape 100"/>
          <p:cNvSpPr/>
          <p:nvPr/>
        </p:nvSpPr>
        <p:spPr>
          <a:xfrm>
            <a:off x="246888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69" name="Shape 101"/>
          <p:cNvSpPr/>
          <p:nvPr/>
        </p:nvSpPr>
        <p:spPr>
          <a:xfrm>
            <a:off x="306324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70" name="Shape 102"/>
          <p:cNvSpPr/>
          <p:nvPr/>
        </p:nvSpPr>
        <p:spPr>
          <a:xfrm>
            <a:off x="365760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71" name="Shape 103"/>
          <p:cNvSpPr/>
          <p:nvPr/>
        </p:nvSpPr>
        <p:spPr>
          <a:xfrm>
            <a:off x="425196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72" name="Shape 104"/>
          <p:cNvSpPr/>
          <p:nvPr/>
        </p:nvSpPr>
        <p:spPr>
          <a:xfrm>
            <a:off x="484632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73" name="Shape 105"/>
          <p:cNvSpPr/>
          <p:nvPr/>
        </p:nvSpPr>
        <p:spPr>
          <a:xfrm>
            <a:off x="544068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74" name="Shape 106"/>
          <p:cNvSpPr/>
          <p:nvPr/>
        </p:nvSpPr>
        <p:spPr>
          <a:xfrm>
            <a:off x="603504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75" name="Shape 107"/>
          <p:cNvSpPr/>
          <p:nvPr/>
        </p:nvSpPr>
        <p:spPr>
          <a:xfrm>
            <a:off x="662940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76" name="Shape 108"/>
          <p:cNvSpPr/>
          <p:nvPr/>
        </p:nvSpPr>
        <p:spPr>
          <a:xfrm>
            <a:off x="722376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77" name="Shape 109"/>
          <p:cNvSpPr/>
          <p:nvPr/>
        </p:nvSpPr>
        <p:spPr>
          <a:xfrm>
            <a:off x="781812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78" name="Shape 110"/>
          <p:cNvSpPr/>
          <p:nvPr/>
        </p:nvSpPr>
        <p:spPr>
          <a:xfrm>
            <a:off x="841248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79" name="Shape 111"/>
          <p:cNvSpPr/>
          <p:nvPr/>
        </p:nvSpPr>
        <p:spPr>
          <a:xfrm>
            <a:off x="900684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80" name="Shape 112"/>
          <p:cNvSpPr/>
          <p:nvPr/>
        </p:nvSpPr>
        <p:spPr>
          <a:xfrm>
            <a:off x="9144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81" name="Shape 113"/>
          <p:cNvSpPr/>
          <p:nvPr/>
        </p:nvSpPr>
        <p:spPr>
          <a:xfrm>
            <a:off x="68580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82" name="Shape 114"/>
          <p:cNvSpPr/>
          <p:nvPr/>
        </p:nvSpPr>
        <p:spPr>
          <a:xfrm>
            <a:off x="128016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83" name="Shape 115"/>
          <p:cNvSpPr/>
          <p:nvPr/>
        </p:nvSpPr>
        <p:spPr>
          <a:xfrm>
            <a:off x="187452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84" name="Shape 116"/>
          <p:cNvSpPr/>
          <p:nvPr/>
        </p:nvSpPr>
        <p:spPr>
          <a:xfrm>
            <a:off x="246888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85" name="Shape 117"/>
          <p:cNvSpPr/>
          <p:nvPr/>
        </p:nvSpPr>
        <p:spPr>
          <a:xfrm>
            <a:off x="306324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86" name="Shape 118"/>
          <p:cNvSpPr/>
          <p:nvPr/>
        </p:nvSpPr>
        <p:spPr>
          <a:xfrm>
            <a:off x="365760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87" name="Shape 119"/>
          <p:cNvSpPr/>
          <p:nvPr/>
        </p:nvSpPr>
        <p:spPr>
          <a:xfrm>
            <a:off x="425196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88" name="Shape 120"/>
          <p:cNvSpPr/>
          <p:nvPr/>
        </p:nvSpPr>
        <p:spPr>
          <a:xfrm>
            <a:off x="484632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89" name="Shape 121"/>
          <p:cNvSpPr/>
          <p:nvPr/>
        </p:nvSpPr>
        <p:spPr>
          <a:xfrm>
            <a:off x="544068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90" name="Shape 122"/>
          <p:cNvSpPr/>
          <p:nvPr/>
        </p:nvSpPr>
        <p:spPr>
          <a:xfrm>
            <a:off x="603504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91" name="Shape 123"/>
          <p:cNvSpPr/>
          <p:nvPr/>
        </p:nvSpPr>
        <p:spPr>
          <a:xfrm>
            <a:off x="662940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92" name="Shape 124"/>
          <p:cNvSpPr/>
          <p:nvPr/>
        </p:nvSpPr>
        <p:spPr>
          <a:xfrm>
            <a:off x="722376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93" name="Shape 125"/>
          <p:cNvSpPr/>
          <p:nvPr/>
        </p:nvSpPr>
        <p:spPr>
          <a:xfrm>
            <a:off x="781812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94" name="Shape 126"/>
          <p:cNvSpPr/>
          <p:nvPr/>
        </p:nvSpPr>
        <p:spPr>
          <a:xfrm>
            <a:off x="841248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95" name="Shape 127"/>
          <p:cNvSpPr/>
          <p:nvPr/>
        </p:nvSpPr>
        <p:spPr>
          <a:xfrm>
            <a:off x="900684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96" name="Shape 128"/>
          <p:cNvSpPr/>
          <p:nvPr/>
        </p:nvSpPr>
        <p:spPr>
          <a:xfrm>
            <a:off x="9144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97" name="Shape 129"/>
          <p:cNvSpPr/>
          <p:nvPr/>
        </p:nvSpPr>
        <p:spPr>
          <a:xfrm>
            <a:off x="68580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98" name="Shape 130"/>
          <p:cNvSpPr/>
          <p:nvPr/>
        </p:nvSpPr>
        <p:spPr>
          <a:xfrm>
            <a:off x="128016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499" name="Shape 131"/>
          <p:cNvSpPr/>
          <p:nvPr/>
        </p:nvSpPr>
        <p:spPr>
          <a:xfrm>
            <a:off x="187452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00" name="Shape 132"/>
          <p:cNvSpPr/>
          <p:nvPr/>
        </p:nvSpPr>
        <p:spPr>
          <a:xfrm>
            <a:off x="246888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01" name="Shape 133"/>
          <p:cNvSpPr/>
          <p:nvPr/>
        </p:nvSpPr>
        <p:spPr>
          <a:xfrm>
            <a:off x="306324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02" name="Shape 134"/>
          <p:cNvSpPr/>
          <p:nvPr/>
        </p:nvSpPr>
        <p:spPr>
          <a:xfrm>
            <a:off x="365760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03" name="Shape 135"/>
          <p:cNvSpPr/>
          <p:nvPr/>
        </p:nvSpPr>
        <p:spPr>
          <a:xfrm>
            <a:off x="425196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04" name="Shape 136"/>
          <p:cNvSpPr/>
          <p:nvPr/>
        </p:nvSpPr>
        <p:spPr>
          <a:xfrm>
            <a:off x="484632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05" name="Shape 137"/>
          <p:cNvSpPr/>
          <p:nvPr/>
        </p:nvSpPr>
        <p:spPr>
          <a:xfrm>
            <a:off x="544068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06" name="Shape 138"/>
          <p:cNvSpPr/>
          <p:nvPr/>
        </p:nvSpPr>
        <p:spPr>
          <a:xfrm>
            <a:off x="603504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07" name="Shape 139"/>
          <p:cNvSpPr/>
          <p:nvPr/>
        </p:nvSpPr>
        <p:spPr>
          <a:xfrm>
            <a:off x="662940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08" name="Shape 140"/>
          <p:cNvSpPr/>
          <p:nvPr/>
        </p:nvSpPr>
        <p:spPr>
          <a:xfrm>
            <a:off x="722376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09" name="Shape 141"/>
          <p:cNvSpPr/>
          <p:nvPr/>
        </p:nvSpPr>
        <p:spPr>
          <a:xfrm>
            <a:off x="781812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10" name="Shape 142"/>
          <p:cNvSpPr/>
          <p:nvPr/>
        </p:nvSpPr>
        <p:spPr>
          <a:xfrm>
            <a:off x="841248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11" name="Shape 143"/>
          <p:cNvSpPr/>
          <p:nvPr/>
        </p:nvSpPr>
        <p:spPr>
          <a:xfrm>
            <a:off x="900684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12" name="Text 144"/>
          <p:cNvSpPr/>
          <p:nvPr/>
        </p:nvSpPr>
        <p:spPr>
          <a:xfrm>
            <a:off x="457200" y="228600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dirty="0" sz="3400" lang="en-US"/>
          </a:p>
        </p:txBody>
      </p:sp>
      <p:sp>
        <p:nvSpPr>
          <p:cNvPr id="1049513" name="Text 145"/>
          <p:cNvSpPr/>
          <p:nvPr/>
        </p:nvSpPr>
        <p:spPr>
          <a:xfrm>
            <a:off x="457200" y="777240"/>
            <a:ext cx="82296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dirty="0" sz="1400" lang="en-US"/>
          </a:p>
        </p:txBody>
      </p:sp>
      <p:sp>
        <p:nvSpPr>
          <p:cNvPr id="1049514" name="Shape 146"/>
          <p:cNvSpPr/>
          <p:nvPr/>
        </p:nvSpPr>
        <p:spPr>
          <a:xfrm>
            <a:off x="365760" y="1280160"/>
            <a:ext cx="4206240" cy="713232"/>
          </a:xfrm>
          <a:prstGeom prst="roundRect">
            <a:avLst>
              <a:gd name="adj" fmla="val 15385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515" name="Text 147"/>
          <p:cNvSpPr/>
          <p:nvPr/>
        </p:nvSpPr>
        <p:spPr>
          <a:xfrm>
            <a:off x="475488" y="1353312"/>
            <a:ext cx="502920" cy="56692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dirty="0" sz="1800" lang="en-US"/>
          </a:p>
        </p:txBody>
      </p:sp>
      <p:sp>
        <p:nvSpPr>
          <p:cNvPr id="1049516" name="Text 148"/>
          <p:cNvSpPr/>
          <p:nvPr/>
        </p:nvSpPr>
        <p:spPr>
          <a:xfrm>
            <a:off x="1024128" y="1371600"/>
            <a:ext cx="342900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has the most apps (~1,972) followed by GAME &amp; TOOLS</a:t>
            </a:r>
            <a:endParaRPr dirty="0" sz="1250" lang="en-US"/>
          </a:p>
        </p:txBody>
      </p:sp>
      <p:sp>
        <p:nvSpPr>
          <p:cNvPr id="1049517" name="Shape 149"/>
          <p:cNvSpPr/>
          <p:nvPr/>
        </p:nvSpPr>
        <p:spPr>
          <a:xfrm>
            <a:off x="365760" y="2176272"/>
            <a:ext cx="4206240" cy="713232"/>
          </a:xfrm>
          <a:prstGeom prst="roundRect">
            <a:avLst>
              <a:gd name="adj" fmla="val 15385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518" name="Text 150"/>
          <p:cNvSpPr/>
          <p:nvPr/>
        </p:nvSpPr>
        <p:spPr>
          <a:xfrm>
            <a:off x="475488" y="2249424"/>
            <a:ext cx="502920" cy="56692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1800" lang="en-US"/>
          </a:p>
        </p:txBody>
      </p:sp>
      <p:sp>
        <p:nvSpPr>
          <p:cNvPr id="1049519" name="Text 151"/>
          <p:cNvSpPr/>
          <p:nvPr/>
        </p:nvSpPr>
        <p:spPr>
          <a:xfrm>
            <a:off x="1024128" y="2267712"/>
            <a:ext cx="342900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are rated between 4.0–4.8 out of 5.0</a:t>
            </a:r>
            <a:endParaRPr dirty="0" sz="1250" lang="en-US"/>
          </a:p>
        </p:txBody>
      </p:sp>
      <p:sp>
        <p:nvSpPr>
          <p:cNvPr id="1049520" name="Shape 152"/>
          <p:cNvSpPr/>
          <p:nvPr/>
        </p:nvSpPr>
        <p:spPr>
          <a:xfrm>
            <a:off x="365760" y="3072384"/>
            <a:ext cx="4206240" cy="713232"/>
          </a:xfrm>
          <a:prstGeom prst="roundRect">
            <a:avLst>
              <a:gd name="adj" fmla="val 15385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521" name="Text 153"/>
          <p:cNvSpPr/>
          <p:nvPr/>
        </p:nvSpPr>
        <p:spPr>
          <a:xfrm>
            <a:off x="475488" y="3145536"/>
            <a:ext cx="502920" cy="56692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dirty="0" sz="1800" lang="en-US"/>
          </a:p>
        </p:txBody>
      </p:sp>
      <p:sp>
        <p:nvSpPr>
          <p:cNvPr id="1049522" name="Text 154"/>
          <p:cNvSpPr/>
          <p:nvPr/>
        </p:nvSpPr>
        <p:spPr>
          <a:xfrm>
            <a:off x="1024128" y="3163824"/>
            <a:ext cx="342900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~92% of Play Store apps are FREE</a:t>
            </a:r>
            <a:endParaRPr dirty="0" sz="1250" lang="en-US"/>
          </a:p>
        </p:txBody>
      </p:sp>
      <p:sp>
        <p:nvSpPr>
          <p:cNvPr id="1049523" name="Shape 155"/>
          <p:cNvSpPr/>
          <p:nvPr/>
        </p:nvSpPr>
        <p:spPr>
          <a:xfrm>
            <a:off x="365760" y="3968496"/>
            <a:ext cx="4206240" cy="713232"/>
          </a:xfrm>
          <a:prstGeom prst="roundRect">
            <a:avLst>
              <a:gd name="adj" fmla="val 15385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524" name="Text 156"/>
          <p:cNvSpPr/>
          <p:nvPr/>
        </p:nvSpPr>
        <p:spPr>
          <a:xfrm>
            <a:off x="475488" y="4041648"/>
            <a:ext cx="502920" cy="56692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dirty="0" sz="1800" lang="en-US"/>
          </a:p>
        </p:txBody>
      </p:sp>
      <p:sp>
        <p:nvSpPr>
          <p:cNvPr id="1049525" name="Text 157"/>
          <p:cNvSpPr/>
          <p:nvPr/>
        </p:nvSpPr>
        <p:spPr>
          <a:xfrm>
            <a:off x="1024128" y="4059936"/>
            <a:ext cx="342900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&amp; COMMUNICATION categories dominate total install counts</a:t>
            </a:r>
            <a:endParaRPr dirty="0" sz="1250" lang="en-US"/>
          </a:p>
        </p:txBody>
      </p:sp>
      <p:sp>
        <p:nvSpPr>
          <p:cNvPr id="1049526" name="Shape 158"/>
          <p:cNvSpPr/>
          <p:nvPr/>
        </p:nvSpPr>
        <p:spPr>
          <a:xfrm>
            <a:off x="4800600" y="1280160"/>
            <a:ext cx="4206240" cy="713232"/>
          </a:xfrm>
          <a:prstGeom prst="roundRect">
            <a:avLst>
              <a:gd name="adj" fmla="val 15385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527" name="Text 159"/>
          <p:cNvSpPr/>
          <p:nvPr/>
        </p:nvSpPr>
        <p:spPr>
          <a:xfrm>
            <a:off x="4910328" y="1353312"/>
            <a:ext cx="502920" cy="56692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dirty="0" sz="1800" lang="en-US"/>
          </a:p>
        </p:txBody>
      </p:sp>
      <p:sp>
        <p:nvSpPr>
          <p:cNvPr id="1049528" name="Text 160"/>
          <p:cNvSpPr/>
          <p:nvPr/>
        </p:nvSpPr>
        <p:spPr>
          <a:xfrm>
            <a:off x="5458968" y="1371600"/>
            <a:ext cx="342900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Installs have a 0.64 positive correlation</a:t>
            </a:r>
            <a:endParaRPr dirty="0" sz="1250" lang="en-US"/>
          </a:p>
        </p:txBody>
      </p:sp>
      <p:sp>
        <p:nvSpPr>
          <p:cNvPr id="1049529" name="Shape 161"/>
          <p:cNvSpPr/>
          <p:nvPr/>
        </p:nvSpPr>
        <p:spPr>
          <a:xfrm>
            <a:off x="4800600" y="2176272"/>
            <a:ext cx="4206240" cy="713232"/>
          </a:xfrm>
          <a:prstGeom prst="roundRect">
            <a:avLst>
              <a:gd name="adj" fmla="val 15385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530" name="Text 162"/>
          <p:cNvSpPr/>
          <p:nvPr/>
        </p:nvSpPr>
        <p:spPr>
          <a:xfrm>
            <a:off x="4910328" y="2249424"/>
            <a:ext cx="502920" cy="56692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dirty="0" sz="1800" lang="en-US"/>
          </a:p>
        </p:txBody>
      </p:sp>
      <p:sp>
        <p:nvSpPr>
          <p:cNvPr id="1049531" name="Text 163"/>
          <p:cNvSpPr/>
          <p:nvPr/>
        </p:nvSpPr>
        <p:spPr>
          <a:xfrm>
            <a:off x="5458968" y="2267712"/>
            <a:ext cx="342900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category achieves the highest average user rating (4.44)</a:t>
            </a:r>
            <a:endParaRPr dirty="0" sz="1250" lang="en-US"/>
          </a:p>
        </p:txBody>
      </p:sp>
      <p:sp>
        <p:nvSpPr>
          <p:cNvPr id="1049532" name="Shape 164"/>
          <p:cNvSpPr/>
          <p:nvPr/>
        </p:nvSpPr>
        <p:spPr>
          <a:xfrm>
            <a:off x="365760" y="3072384"/>
            <a:ext cx="8412480" cy="713232"/>
          </a:xfrm>
          <a:prstGeom prst="roundRect">
            <a:avLst>
              <a:gd name="adj" fmla="val 15385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533" name="Text 165"/>
          <p:cNvSpPr/>
          <p:nvPr/>
        </p:nvSpPr>
        <p:spPr>
          <a:xfrm>
            <a:off x="475488" y="3145536"/>
            <a:ext cx="502920" cy="56692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dirty="0" sz="1800" lang="en-US"/>
          </a:p>
        </p:txBody>
      </p:sp>
      <p:sp>
        <p:nvSpPr>
          <p:cNvPr id="1049534" name="Text 166"/>
          <p:cNvSpPr/>
          <p:nvPr/>
        </p:nvSpPr>
        <p:spPr>
          <a:xfrm>
            <a:off x="1024128" y="3163824"/>
            <a:ext cx="763524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WhatsApp, Instagram lead with 50M+ reviews each</a:t>
            </a:r>
            <a:endParaRPr dirty="0" sz="1250" lang="en-US"/>
          </a:p>
        </p:txBody>
      </p:sp>
      <p:sp>
        <p:nvSpPr>
          <p:cNvPr id="1049535" name="Text 167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dirty="0" sz="900"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39" name="Shape 0"/>
          <p:cNvSpPr/>
          <p:nvPr/>
        </p:nvSpPr>
        <p:spPr>
          <a:xfrm>
            <a:off x="457200" y="16459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9540" name="Text 1"/>
          <p:cNvSpPr/>
          <p:nvPr/>
        </p:nvSpPr>
        <p:spPr>
          <a:xfrm>
            <a:off x="457200" y="164592"/>
            <a:ext cx="114300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dirty="0" sz="900" lang="en-US"/>
          </a:p>
        </p:txBody>
      </p:sp>
      <p:sp>
        <p:nvSpPr>
          <p:cNvPr id="1049541" name="Text 2"/>
          <p:cNvSpPr/>
          <p:nvPr/>
        </p:nvSpPr>
        <p:spPr>
          <a:xfrm>
            <a:off x="457200" y="475488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Advantages</a:t>
            </a:r>
            <a:endParaRPr dirty="0" sz="3000" lang="en-US"/>
          </a:p>
        </p:txBody>
      </p:sp>
      <p:sp>
        <p:nvSpPr>
          <p:cNvPr id="1049542" name="Shape 3"/>
          <p:cNvSpPr/>
          <p:nvPr/>
        </p:nvSpPr>
        <p:spPr>
          <a:xfrm>
            <a:off x="365760" y="123444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543" name="Text 4"/>
          <p:cNvSpPr/>
          <p:nvPr/>
        </p:nvSpPr>
        <p:spPr>
          <a:xfrm>
            <a:off x="365760" y="1371600"/>
            <a:ext cx="274320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⚙️</a:t>
            </a:r>
            <a:endParaRPr dirty="0" sz="2800" lang="en-US"/>
          </a:p>
        </p:txBody>
      </p:sp>
      <p:sp>
        <p:nvSpPr>
          <p:cNvPr id="1049544" name="Text 5"/>
          <p:cNvSpPr/>
          <p:nvPr/>
        </p:nvSpPr>
        <p:spPr>
          <a:xfrm>
            <a:off x="365760" y="2029968"/>
            <a:ext cx="274320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dirty="0" sz="1600" lang="en-US"/>
          </a:p>
        </p:txBody>
      </p:sp>
      <p:sp>
        <p:nvSpPr>
          <p:cNvPr id="1049545" name="Shape 6"/>
          <p:cNvSpPr/>
          <p:nvPr/>
        </p:nvSpPr>
        <p:spPr>
          <a:xfrm>
            <a:off x="548640" y="2624328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546" name="Text 7"/>
          <p:cNvSpPr/>
          <p:nvPr/>
        </p:nvSpPr>
        <p:spPr>
          <a:xfrm>
            <a:off x="777240" y="2560320"/>
            <a:ext cx="2212848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</a:t>
            </a:r>
            <a:endParaRPr dirty="0" sz="1250" lang="en-US"/>
          </a:p>
        </p:txBody>
      </p:sp>
      <p:sp>
        <p:nvSpPr>
          <p:cNvPr id="1049547" name="Shape 8"/>
          <p:cNvSpPr/>
          <p:nvPr/>
        </p:nvSpPr>
        <p:spPr>
          <a:xfrm>
            <a:off x="548640" y="3145536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548" name="Text 9"/>
          <p:cNvSpPr/>
          <p:nvPr/>
        </p:nvSpPr>
        <p:spPr>
          <a:xfrm>
            <a:off x="777240" y="3081528"/>
            <a:ext cx="2212848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Python tools</a:t>
            </a:r>
            <a:endParaRPr dirty="0" sz="1250" lang="en-US"/>
          </a:p>
        </p:txBody>
      </p:sp>
      <p:sp>
        <p:nvSpPr>
          <p:cNvPr id="1049549" name="Shape 10"/>
          <p:cNvSpPr/>
          <p:nvPr/>
        </p:nvSpPr>
        <p:spPr>
          <a:xfrm>
            <a:off x="548640" y="3666744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550" name="Text 11"/>
          <p:cNvSpPr/>
          <p:nvPr/>
        </p:nvSpPr>
        <p:spPr>
          <a:xfrm>
            <a:off x="777240" y="3602736"/>
            <a:ext cx="2212848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larger datasets</a:t>
            </a:r>
            <a:endParaRPr dirty="0" sz="1250" lang="en-US"/>
          </a:p>
        </p:txBody>
      </p:sp>
      <p:sp>
        <p:nvSpPr>
          <p:cNvPr id="1049551" name="Shape 12"/>
          <p:cNvSpPr/>
          <p:nvPr/>
        </p:nvSpPr>
        <p:spPr>
          <a:xfrm>
            <a:off x="548640" y="4187952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552" name="Text 13"/>
          <p:cNvSpPr/>
          <p:nvPr/>
        </p:nvSpPr>
        <p:spPr>
          <a:xfrm>
            <a:off x="777240" y="4123944"/>
            <a:ext cx="2212848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results</a:t>
            </a:r>
            <a:endParaRPr dirty="0" sz="1250" lang="en-US"/>
          </a:p>
        </p:txBody>
      </p:sp>
      <p:sp>
        <p:nvSpPr>
          <p:cNvPr id="1049553" name="Shape 14"/>
          <p:cNvSpPr/>
          <p:nvPr/>
        </p:nvSpPr>
        <p:spPr>
          <a:xfrm>
            <a:off x="3291840" y="123444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554" name="Text 15"/>
          <p:cNvSpPr/>
          <p:nvPr/>
        </p:nvSpPr>
        <p:spPr>
          <a:xfrm>
            <a:off x="3291840" y="1371600"/>
            <a:ext cx="274320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📊</a:t>
            </a:r>
            <a:endParaRPr dirty="0" sz="2800" lang="en-US"/>
          </a:p>
        </p:txBody>
      </p:sp>
      <p:sp>
        <p:nvSpPr>
          <p:cNvPr id="1049555" name="Text 16"/>
          <p:cNvSpPr/>
          <p:nvPr/>
        </p:nvSpPr>
        <p:spPr>
          <a:xfrm>
            <a:off x="3291840" y="2029968"/>
            <a:ext cx="274320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dirty="0" sz="1600" lang="en-US"/>
          </a:p>
        </p:txBody>
      </p:sp>
      <p:sp>
        <p:nvSpPr>
          <p:cNvPr id="1049556" name="Shape 17"/>
          <p:cNvSpPr/>
          <p:nvPr/>
        </p:nvSpPr>
        <p:spPr>
          <a:xfrm>
            <a:off x="3474720" y="2624328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557" name="Text 18"/>
          <p:cNvSpPr/>
          <p:nvPr/>
        </p:nvSpPr>
        <p:spPr>
          <a:xfrm>
            <a:off x="3703320" y="2560320"/>
            <a:ext cx="2212848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high-value categories</a:t>
            </a:r>
            <a:endParaRPr dirty="0" sz="1250" lang="en-US"/>
          </a:p>
        </p:txBody>
      </p:sp>
      <p:sp>
        <p:nvSpPr>
          <p:cNvPr id="1049558" name="Shape 19"/>
          <p:cNvSpPr/>
          <p:nvPr/>
        </p:nvSpPr>
        <p:spPr>
          <a:xfrm>
            <a:off x="3474720" y="3145536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559" name="Text 20"/>
          <p:cNvSpPr/>
          <p:nvPr/>
        </p:nvSpPr>
        <p:spPr>
          <a:xfrm>
            <a:off x="3703320" y="3081528"/>
            <a:ext cx="2212848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Free-vs-paid market guidance</a:t>
            </a:r>
            <a:endParaRPr dirty="0" sz="1250" lang="en-US"/>
          </a:p>
        </p:txBody>
      </p:sp>
      <p:sp>
        <p:nvSpPr>
          <p:cNvPr id="1049560" name="Shape 21"/>
          <p:cNvSpPr/>
          <p:nvPr/>
        </p:nvSpPr>
        <p:spPr>
          <a:xfrm>
            <a:off x="3474720" y="3666744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561" name="Text 22"/>
          <p:cNvSpPr/>
          <p:nvPr/>
        </p:nvSpPr>
        <p:spPr>
          <a:xfrm>
            <a:off x="3703320" y="3602736"/>
            <a:ext cx="2212848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benchmarks for KPIs</a:t>
            </a:r>
            <a:endParaRPr dirty="0" sz="1250" lang="en-US"/>
          </a:p>
        </p:txBody>
      </p:sp>
      <p:sp>
        <p:nvSpPr>
          <p:cNvPr id="1049562" name="Shape 23"/>
          <p:cNvSpPr/>
          <p:nvPr/>
        </p:nvSpPr>
        <p:spPr>
          <a:xfrm>
            <a:off x="3474720" y="4187952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563" name="Text 24"/>
          <p:cNvSpPr/>
          <p:nvPr/>
        </p:nvSpPr>
        <p:spPr>
          <a:xfrm>
            <a:off x="3703320" y="4123944"/>
            <a:ext cx="2212848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dirty="0" sz="1250" lang="en-US"/>
          </a:p>
        </p:txBody>
      </p:sp>
      <p:sp>
        <p:nvSpPr>
          <p:cNvPr id="1049564" name="Shape 25"/>
          <p:cNvSpPr/>
          <p:nvPr/>
        </p:nvSpPr>
        <p:spPr>
          <a:xfrm>
            <a:off x="6217920" y="123444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565" name="Text 26"/>
          <p:cNvSpPr/>
          <p:nvPr/>
        </p:nvSpPr>
        <p:spPr>
          <a:xfrm>
            <a:off x="6217920" y="1371600"/>
            <a:ext cx="274320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🎓</a:t>
            </a:r>
            <a:endParaRPr dirty="0" sz="2800" lang="en-US"/>
          </a:p>
        </p:txBody>
      </p:sp>
      <p:sp>
        <p:nvSpPr>
          <p:cNvPr id="1049566" name="Text 27"/>
          <p:cNvSpPr/>
          <p:nvPr/>
        </p:nvSpPr>
        <p:spPr>
          <a:xfrm>
            <a:off x="6217920" y="2029968"/>
            <a:ext cx="274320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</a:t>
            </a:r>
            <a:endParaRPr dirty="0" sz="1600" lang="en-US"/>
          </a:p>
        </p:txBody>
      </p:sp>
      <p:sp>
        <p:nvSpPr>
          <p:cNvPr id="1049567" name="Shape 28"/>
          <p:cNvSpPr/>
          <p:nvPr/>
        </p:nvSpPr>
        <p:spPr>
          <a:xfrm>
            <a:off x="6400800" y="2624328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568" name="Text 29"/>
          <p:cNvSpPr/>
          <p:nvPr/>
        </p:nvSpPr>
        <p:spPr>
          <a:xfrm>
            <a:off x="6629400" y="2560320"/>
            <a:ext cx="2212848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dirty data experience</a:t>
            </a:r>
            <a:endParaRPr dirty="0" sz="1250" lang="en-US"/>
          </a:p>
        </p:txBody>
      </p:sp>
      <p:sp>
        <p:nvSpPr>
          <p:cNvPr id="1049569" name="Shape 30"/>
          <p:cNvSpPr/>
          <p:nvPr/>
        </p:nvSpPr>
        <p:spPr>
          <a:xfrm>
            <a:off x="6400800" y="3145536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570" name="Text 31"/>
          <p:cNvSpPr/>
          <p:nvPr/>
        </p:nvSpPr>
        <p:spPr>
          <a:xfrm>
            <a:off x="6629400" y="3081528"/>
            <a:ext cx="2212848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EDA lifecycle practice</a:t>
            </a:r>
            <a:endParaRPr dirty="0" sz="1250" lang="en-US"/>
          </a:p>
        </p:txBody>
      </p:sp>
      <p:sp>
        <p:nvSpPr>
          <p:cNvPr id="1049571" name="Shape 32"/>
          <p:cNvSpPr/>
          <p:nvPr/>
        </p:nvSpPr>
        <p:spPr>
          <a:xfrm>
            <a:off x="6400800" y="3666744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572" name="Text 33"/>
          <p:cNvSpPr/>
          <p:nvPr/>
        </p:nvSpPr>
        <p:spPr>
          <a:xfrm>
            <a:off x="6629400" y="3602736"/>
            <a:ext cx="2212848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library exposure</a:t>
            </a:r>
            <a:endParaRPr dirty="0" sz="1250" lang="en-US"/>
          </a:p>
        </p:txBody>
      </p:sp>
      <p:sp>
        <p:nvSpPr>
          <p:cNvPr id="1049573" name="Shape 34"/>
          <p:cNvSpPr/>
          <p:nvPr/>
        </p:nvSpPr>
        <p:spPr>
          <a:xfrm>
            <a:off x="6400800" y="4187952"/>
            <a:ext cx="109728" cy="109728"/>
          </a:xfrm>
          <a:prstGeom prst="ellipse"/>
          <a:solidFill>
            <a:srgbClr val="06B6D4"/>
          </a:solidFill>
        </p:spPr>
      </p:sp>
      <p:sp>
        <p:nvSpPr>
          <p:cNvPr id="1049574" name="Text 35"/>
          <p:cNvSpPr/>
          <p:nvPr/>
        </p:nvSpPr>
        <p:spPr>
          <a:xfrm>
            <a:off x="6629400" y="4123944"/>
            <a:ext cx="2212848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Internship-level project scope</a:t>
            </a:r>
            <a:endParaRPr dirty="0" sz="1250" lang="en-US"/>
          </a:p>
        </p:txBody>
      </p:sp>
      <p:sp>
        <p:nvSpPr>
          <p:cNvPr id="1049575" name="Text 36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dirty="0" sz="900"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D3A"/>
        </a:solidFill>
      </p:bgPr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79" name="Shape 0"/>
          <p:cNvSpPr/>
          <p:nvPr/>
        </p:nvSpPr>
        <p:spPr>
          <a:xfrm>
            <a:off x="9144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80" name="Shape 1"/>
          <p:cNvSpPr/>
          <p:nvPr/>
        </p:nvSpPr>
        <p:spPr>
          <a:xfrm>
            <a:off x="68580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81" name="Shape 2"/>
          <p:cNvSpPr/>
          <p:nvPr/>
        </p:nvSpPr>
        <p:spPr>
          <a:xfrm>
            <a:off x="128016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82" name="Shape 3"/>
          <p:cNvSpPr/>
          <p:nvPr/>
        </p:nvSpPr>
        <p:spPr>
          <a:xfrm>
            <a:off x="187452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83" name="Shape 4"/>
          <p:cNvSpPr/>
          <p:nvPr/>
        </p:nvSpPr>
        <p:spPr>
          <a:xfrm>
            <a:off x="246888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84" name="Shape 5"/>
          <p:cNvSpPr/>
          <p:nvPr/>
        </p:nvSpPr>
        <p:spPr>
          <a:xfrm>
            <a:off x="306324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85" name="Shape 6"/>
          <p:cNvSpPr/>
          <p:nvPr/>
        </p:nvSpPr>
        <p:spPr>
          <a:xfrm>
            <a:off x="365760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86" name="Shape 7"/>
          <p:cNvSpPr/>
          <p:nvPr/>
        </p:nvSpPr>
        <p:spPr>
          <a:xfrm>
            <a:off x="425196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87" name="Shape 8"/>
          <p:cNvSpPr/>
          <p:nvPr/>
        </p:nvSpPr>
        <p:spPr>
          <a:xfrm>
            <a:off x="484632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88" name="Shape 9"/>
          <p:cNvSpPr/>
          <p:nvPr/>
        </p:nvSpPr>
        <p:spPr>
          <a:xfrm>
            <a:off x="544068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89" name="Shape 10"/>
          <p:cNvSpPr/>
          <p:nvPr/>
        </p:nvSpPr>
        <p:spPr>
          <a:xfrm>
            <a:off x="603504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90" name="Shape 11"/>
          <p:cNvSpPr/>
          <p:nvPr/>
        </p:nvSpPr>
        <p:spPr>
          <a:xfrm>
            <a:off x="662940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91" name="Shape 12"/>
          <p:cNvSpPr/>
          <p:nvPr/>
        </p:nvSpPr>
        <p:spPr>
          <a:xfrm>
            <a:off x="722376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92" name="Shape 13"/>
          <p:cNvSpPr/>
          <p:nvPr/>
        </p:nvSpPr>
        <p:spPr>
          <a:xfrm>
            <a:off x="781812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93" name="Shape 14"/>
          <p:cNvSpPr/>
          <p:nvPr/>
        </p:nvSpPr>
        <p:spPr>
          <a:xfrm>
            <a:off x="841248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94" name="Shape 15"/>
          <p:cNvSpPr/>
          <p:nvPr/>
        </p:nvSpPr>
        <p:spPr>
          <a:xfrm>
            <a:off x="9006840" y="914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95" name="Shape 16"/>
          <p:cNvSpPr/>
          <p:nvPr/>
        </p:nvSpPr>
        <p:spPr>
          <a:xfrm>
            <a:off x="9144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96" name="Shape 17"/>
          <p:cNvSpPr/>
          <p:nvPr/>
        </p:nvSpPr>
        <p:spPr>
          <a:xfrm>
            <a:off x="68580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97" name="Shape 18"/>
          <p:cNvSpPr/>
          <p:nvPr/>
        </p:nvSpPr>
        <p:spPr>
          <a:xfrm>
            <a:off x="128016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98" name="Shape 19"/>
          <p:cNvSpPr/>
          <p:nvPr/>
        </p:nvSpPr>
        <p:spPr>
          <a:xfrm>
            <a:off x="187452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599" name="Shape 20"/>
          <p:cNvSpPr/>
          <p:nvPr/>
        </p:nvSpPr>
        <p:spPr>
          <a:xfrm>
            <a:off x="246888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00" name="Shape 21"/>
          <p:cNvSpPr/>
          <p:nvPr/>
        </p:nvSpPr>
        <p:spPr>
          <a:xfrm>
            <a:off x="306324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01" name="Shape 22"/>
          <p:cNvSpPr/>
          <p:nvPr/>
        </p:nvSpPr>
        <p:spPr>
          <a:xfrm>
            <a:off x="365760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02" name="Shape 23"/>
          <p:cNvSpPr/>
          <p:nvPr/>
        </p:nvSpPr>
        <p:spPr>
          <a:xfrm>
            <a:off x="425196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03" name="Shape 24"/>
          <p:cNvSpPr/>
          <p:nvPr/>
        </p:nvSpPr>
        <p:spPr>
          <a:xfrm>
            <a:off x="484632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04" name="Shape 25"/>
          <p:cNvSpPr/>
          <p:nvPr/>
        </p:nvSpPr>
        <p:spPr>
          <a:xfrm>
            <a:off x="544068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05" name="Shape 26"/>
          <p:cNvSpPr/>
          <p:nvPr/>
        </p:nvSpPr>
        <p:spPr>
          <a:xfrm>
            <a:off x="603504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06" name="Shape 27"/>
          <p:cNvSpPr/>
          <p:nvPr/>
        </p:nvSpPr>
        <p:spPr>
          <a:xfrm>
            <a:off x="662940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07" name="Shape 28"/>
          <p:cNvSpPr/>
          <p:nvPr/>
        </p:nvSpPr>
        <p:spPr>
          <a:xfrm>
            <a:off x="722376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08" name="Shape 29"/>
          <p:cNvSpPr/>
          <p:nvPr/>
        </p:nvSpPr>
        <p:spPr>
          <a:xfrm>
            <a:off x="781812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09" name="Shape 30"/>
          <p:cNvSpPr/>
          <p:nvPr/>
        </p:nvSpPr>
        <p:spPr>
          <a:xfrm>
            <a:off x="841248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10" name="Shape 31"/>
          <p:cNvSpPr/>
          <p:nvPr/>
        </p:nvSpPr>
        <p:spPr>
          <a:xfrm>
            <a:off x="9006840" y="6858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11" name="Shape 32"/>
          <p:cNvSpPr/>
          <p:nvPr/>
        </p:nvSpPr>
        <p:spPr>
          <a:xfrm>
            <a:off x="9144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12" name="Shape 33"/>
          <p:cNvSpPr/>
          <p:nvPr/>
        </p:nvSpPr>
        <p:spPr>
          <a:xfrm>
            <a:off x="68580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13" name="Shape 34"/>
          <p:cNvSpPr/>
          <p:nvPr/>
        </p:nvSpPr>
        <p:spPr>
          <a:xfrm>
            <a:off x="128016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14" name="Shape 35"/>
          <p:cNvSpPr/>
          <p:nvPr/>
        </p:nvSpPr>
        <p:spPr>
          <a:xfrm>
            <a:off x="187452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15" name="Shape 36"/>
          <p:cNvSpPr/>
          <p:nvPr/>
        </p:nvSpPr>
        <p:spPr>
          <a:xfrm>
            <a:off x="246888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16" name="Shape 37"/>
          <p:cNvSpPr/>
          <p:nvPr/>
        </p:nvSpPr>
        <p:spPr>
          <a:xfrm>
            <a:off x="306324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17" name="Shape 38"/>
          <p:cNvSpPr/>
          <p:nvPr/>
        </p:nvSpPr>
        <p:spPr>
          <a:xfrm>
            <a:off x="365760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18" name="Shape 39"/>
          <p:cNvSpPr/>
          <p:nvPr/>
        </p:nvSpPr>
        <p:spPr>
          <a:xfrm>
            <a:off x="425196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19" name="Shape 40"/>
          <p:cNvSpPr/>
          <p:nvPr/>
        </p:nvSpPr>
        <p:spPr>
          <a:xfrm>
            <a:off x="484632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20" name="Shape 41"/>
          <p:cNvSpPr/>
          <p:nvPr/>
        </p:nvSpPr>
        <p:spPr>
          <a:xfrm>
            <a:off x="544068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21" name="Shape 42"/>
          <p:cNvSpPr/>
          <p:nvPr/>
        </p:nvSpPr>
        <p:spPr>
          <a:xfrm>
            <a:off x="603504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22" name="Shape 43"/>
          <p:cNvSpPr/>
          <p:nvPr/>
        </p:nvSpPr>
        <p:spPr>
          <a:xfrm>
            <a:off x="662940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23" name="Shape 44"/>
          <p:cNvSpPr/>
          <p:nvPr/>
        </p:nvSpPr>
        <p:spPr>
          <a:xfrm>
            <a:off x="722376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24" name="Shape 45"/>
          <p:cNvSpPr/>
          <p:nvPr/>
        </p:nvSpPr>
        <p:spPr>
          <a:xfrm>
            <a:off x="781812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25" name="Shape 46"/>
          <p:cNvSpPr/>
          <p:nvPr/>
        </p:nvSpPr>
        <p:spPr>
          <a:xfrm>
            <a:off x="841248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26" name="Shape 47"/>
          <p:cNvSpPr/>
          <p:nvPr/>
        </p:nvSpPr>
        <p:spPr>
          <a:xfrm>
            <a:off x="9006840" y="12801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27" name="Shape 48"/>
          <p:cNvSpPr/>
          <p:nvPr/>
        </p:nvSpPr>
        <p:spPr>
          <a:xfrm>
            <a:off x="9144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28" name="Shape 49"/>
          <p:cNvSpPr/>
          <p:nvPr/>
        </p:nvSpPr>
        <p:spPr>
          <a:xfrm>
            <a:off x="68580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29" name="Shape 50"/>
          <p:cNvSpPr/>
          <p:nvPr/>
        </p:nvSpPr>
        <p:spPr>
          <a:xfrm>
            <a:off x="128016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30" name="Shape 51"/>
          <p:cNvSpPr/>
          <p:nvPr/>
        </p:nvSpPr>
        <p:spPr>
          <a:xfrm>
            <a:off x="187452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31" name="Shape 52"/>
          <p:cNvSpPr/>
          <p:nvPr/>
        </p:nvSpPr>
        <p:spPr>
          <a:xfrm>
            <a:off x="246888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32" name="Shape 53"/>
          <p:cNvSpPr/>
          <p:nvPr/>
        </p:nvSpPr>
        <p:spPr>
          <a:xfrm>
            <a:off x="306324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33" name="Shape 54"/>
          <p:cNvSpPr/>
          <p:nvPr/>
        </p:nvSpPr>
        <p:spPr>
          <a:xfrm>
            <a:off x="365760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34" name="Shape 55"/>
          <p:cNvSpPr/>
          <p:nvPr/>
        </p:nvSpPr>
        <p:spPr>
          <a:xfrm>
            <a:off x="425196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35" name="Shape 56"/>
          <p:cNvSpPr/>
          <p:nvPr/>
        </p:nvSpPr>
        <p:spPr>
          <a:xfrm>
            <a:off x="484632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36" name="Shape 57"/>
          <p:cNvSpPr/>
          <p:nvPr/>
        </p:nvSpPr>
        <p:spPr>
          <a:xfrm>
            <a:off x="544068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37" name="Shape 58"/>
          <p:cNvSpPr/>
          <p:nvPr/>
        </p:nvSpPr>
        <p:spPr>
          <a:xfrm>
            <a:off x="603504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38" name="Shape 59"/>
          <p:cNvSpPr/>
          <p:nvPr/>
        </p:nvSpPr>
        <p:spPr>
          <a:xfrm>
            <a:off x="662940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39" name="Shape 60"/>
          <p:cNvSpPr/>
          <p:nvPr/>
        </p:nvSpPr>
        <p:spPr>
          <a:xfrm>
            <a:off x="722376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40" name="Shape 61"/>
          <p:cNvSpPr/>
          <p:nvPr/>
        </p:nvSpPr>
        <p:spPr>
          <a:xfrm>
            <a:off x="781812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41" name="Shape 62"/>
          <p:cNvSpPr/>
          <p:nvPr/>
        </p:nvSpPr>
        <p:spPr>
          <a:xfrm>
            <a:off x="841248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42" name="Shape 63"/>
          <p:cNvSpPr/>
          <p:nvPr/>
        </p:nvSpPr>
        <p:spPr>
          <a:xfrm>
            <a:off x="9006840" y="18745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43" name="Shape 64"/>
          <p:cNvSpPr/>
          <p:nvPr/>
        </p:nvSpPr>
        <p:spPr>
          <a:xfrm>
            <a:off x="9144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44" name="Shape 65"/>
          <p:cNvSpPr/>
          <p:nvPr/>
        </p:nvSpPr>
        <p:spPr>
          <a:xfrm>
            <a:off x="68580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45" name="Shape 66"/>
          <p:cNvSpPr/>
          <p:nvPr/>
        </p:nvSpPr>
        <p:spPr>
          <a:xfrm>
            <a:off x="128016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46" name="Shape 67"/>
          <p:cNvSpPr/>
          <p:nvPr/>
        </p:nvSpPr>
        <p:spPr>
          <a:xfrm>
            <a:off x="187452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47" name="Shape 68"/>
          <p:cNvSpPr/>
          <p:nvPr/>
        </p:nvSpPr>
        <p:spPr>
          <a:xfrm>
            <a:off x="246888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48" name="Shape 69"/>
          <p:cNvSpPr/>
          <p:nvPr/>
        </p:nvSpPr>
        <p:spPr>
          <a:xfrm>
            <a:off x="306324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49" name="Shape 70"/>
          <p:cNvSpPr/>
          <p:nvPr/>
        </p:nvSpPr>
        <p:spPr>
          <a:xfrm>
            <a:off x="365760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50" name="Shape 71"/>
          <p:cNvSpPr/>
          <p:nvPr/>
        </p:nvSpPr>
        <p:spPr>
          <a:xfrm>
            <a:off x="425196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51" name="Shape 72"/>
          <p:cNvSpPr/>
          <p:nvPr/>
        </p:nvSpPr>
        <p:spPr>
          <a:xfrm>
            <a:off x="484632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52" name="Shape 73"/>
          <p:cNvSpPr/>
          <p:nvPr/>
        </p:nvSpPr>
        <p:spPr>
          <a:xfrm>
            <a:off x="544068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53" name="Shape 74"/>
          <p:cNvSpPr/>
          <p:nvPr/>
        </p:nvSpPr>
        <p:spPr>
          <a:xfrm>
            <a:off x="603504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54" name="Shape 75"/>
          <p:cNvSpPr/>
          <p:nvPr/>
        </p:nvSpPr>
        <p:spPr>
          <a:xfrm>
            <a:off x="662940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55" name="Shape 76"/>
          <p:cNvSpPr/>
          <p:nvPr/>
        </p:nvSpPr>
        <p:spPr>
          <a:xfrm>
            <a:off x="722376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56" name="Shape 77"/>
          <p:cNvSpPr/>
          <p:nvPr/>
        </p:nvSpPr>
        <p:spPr>
          <a:xfrm>
            <a:off x="781812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57" name="Shape 78"/>
          <p:cNvSpPr/>
          <p:nvPr/>
        </p:nvSpPr>
        <p:spPr>
          <a:xfrm>
            <a:off x="841248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58" name="Shape 79"/>
          <p:cNvSpPr/>
          <p:nvPr/>
        </p:nvSpPr>
        <p:spPr>
          <a:xfrm>
            <a:off x="9006840" y="246888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59" name="Shape 80"/>
          <p:cNvSpPr/>
          <p:nvPr/>
        </p:nvSpPr>
        <p:spPr>
          <a:xfrm>
            <a:off x="9144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60" name="Shape 81"/>
          <p:cNvSpPr/>
          <p:nvPr/>
        </p:nvSpPr>
        <p:spPr>
          <a:xfrm>
            <a:off x="68580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61" name="Shape 82"/>
          <p:cNvSpPr/>
          <p:nvPr/>
        </p:nvSpPr>
        <p:spPr>
          <a:xfrm>
            <a:off x="128016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62" name="Shape 83"/>
          <p:cNvSpPr/>
          <p:nvPr/>
        </p:nvSpPr>
        <p:spPr>
          <a:xfrm>
            <a:off x="187452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63" name="Shape 84"/>
          <p:cNvSpPr/>
          <p:nvPr/>
        </p:nvSpPr>
        <p:spPr>
          <a:xfrm>
            <a:off x="246888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64" name="Shape 85"/>
          <p:cNvSpPr/>
          <p:nvPr/>
        </p:nvSpPr>
        <p:spPr>
          <a:xfrm>
            <a:off x="306324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65" name="Shape 86"/>
          <p:cNvSpPr/>
          <p:nvPr/>
        </p:nvSpPr>
        <p:spPr>
          <a:xfrm>
            <a:off x="365760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66" name="Shape 87"/>
          <p:cNvSpPr/>
          <p:nvPr/>
        </p:nvSpPr>
        <p:spPr>
          <a:xfrm>
            <a:off x="425196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67" name="Shape 88"/>
          <p:cNvSpPr/>
          <p:nvPr/>
        </p:nvSpPr>
        <p:spPr>
          <a:xfrm>
            <a:off x="484632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68" name="Shape 89"/>
          <p:cNvSpPr/>
          <p:nvPr/>
        </p:nvSpPr>
        <p:spPr>
          <a:xfrm>
            <a:off x="544068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69" name="Shape 90"/>
          <p:cNvSpPr/>
          <p:nvPr/>
        </p:nvSpPr>
        <p:spPr>
          <a:xfrm>
            <a:off x="603504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70" name="Shape 91"/>
          <p:cNvSpPr/>
          <p:nvPr/>
        </p:nvSpPr>
        <p:spPr>
          <a:xfrm>
            <a:off x="662940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71" name="Shape 92"/>
          <p:cNvSpPr/>
          <p:nvPr/>
        </p:nvSpPr>
        <p:spPr>
          <a:xfrm>
            <a:off x="722376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72" name="Shape 93"/>
          <p:cNvSpPr/>
          <p:nvPr/>
        </p:nvSpPr>
        <p:spPr>
          <a:xfrm>
            <a:off x="781812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73" name="Shape 94"/>
          <p:cNvSpPr/>
          <p:nvPr/>
        </p:nvSpPr>
        <p:spPr>
          <a:xfrm>
            <a:off x="841248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74" name="Shape 95"/>
          <p:cNvSpPr/>
          <p:nvPr/>
        </p:nvSpPr>
        <p:spPr>
          <a:xfrm>
            <a:off x="9006840" y="306324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75" name="Shape 96"/>
          <p:cNvSpPr/>
          <p:nvPr/>
        </p:nvSpPr>
        <p:spPr>
          <a:xfrm>
            <a:off x="9144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76" name="Shape 97"/>
          <p:cNvSpPr/>
          <p:nvPr/>
        </p:nvSpPr>
        <p:spPr>
          <a:xfrm>
            <a:off x="68580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77" name="Shape 98"/>
          <p:cNvSpPr/>
          <p:nvPr/>
        </p:nvSpPr>
        <p:spPr>
          <a:xfrm>
            <a:off x="128016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78" name="Shape 99"/>
          <p:cNvSpPr/>
          <p:nvPr/>
        </p:nvSpPr>
        <p:spPr>
          <a:xfrm>
            <a:off x="187452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79" name="Shape 100"/>
          <p:cNvSpPr/>
          <p:nvPr/>
        </p:nvSpPr>
        <p:spPr>
          <a:xfrm>
            <a:off x="246888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80" name="Shape 101"/>
          <p:cNvSpPr/>
          <p:nvPr/>
        </p:nvSpPr>
        <p:spPr>
          <a:xfrm>
            <a:off x="306324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81" name="Shape 102"/>
          <p:cNvSpPr/>
          <p:nvPr/>
        </p:nvSpPr>
        <p:spPr>
          <a:xfrm>
            <a:off x="365760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82" name="Shape 103"/>
          <p:cNvSpPr/>
          <p:nvPr/>
        </p:nvSpPr>
        <p:spPr>
          <a:xfrm>
            <a:off x="425196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83" name="Shape 104"/>
          <p:cNvSpPr/>
          <p:nvPr/>
        </p:nvSpPr>
        <p:spPr>
          <a:xfrm>
            <a:off x="484632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84" name="Shape 105"/>
          <p:cNvSpPr/>
          <p:nvPr/>
        </p:nvSpPr>
        <p:spPr>
          <a:xfrm>
            <a:off x="544068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85" name="Shape 106"/>
          <p:cNvSpPr/>
          <p:nvPr/>
        </p:nvSpPr>
        <p:spPr>
          <a:xfrm>
            <a:off x="603504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86" name="Shape 107"/>
          <p:cNvSpPr/>
          <p:nvPr/>
        </p:nvSpPr>
        <p:spPr>
          <a:xfrm>
            <a:off x="662940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87" name="Shape 108"/>
          <p:cNvSpPr/>
          <p:nvPr/>
        </p:nvSpPr>
        <p:spPr>
          <a:xfrm>
            <a:off x="722376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88" name="Shape 109"/>
          <p:cNvSpPr/>
          <p:nvPr/>
        </p:nvSpPr>
        <p:spPr>
          <a:xfrm>
            <a:off x="781812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89" name="Shape 110"/>
          <p:cNvSpPr/>
          <p:nvPr/>
        </p:nvSpPr>
        <p:spPr>
          <a:xfrm>
            <a:off x="841248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90" name="Shape 111"/>
          <p:cNvSpPr/>
          <p:nvPr/>
        </p:nvSpPr>
        <p:spPr>
          <a:xfrm>
            <a:off x="9006840" y="365760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91" name="Shape 112"/>
          <p:cNvSpPr/>
          <p:nvPr/>
        </p:nvSpPr>
        <p:spPr>
          <a:xfrm>
            <a:off x="9144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92" name="Shape 113"/>
          <p:cNvSpPr/>
          <p:nvPr/>
        </p:nvSpPr>
        <p:spPr>
          <a:xfrm>
            <a:off x="68580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93" name="Shape 114"/>
          <p:cNvSpPr/>
          <p:nvPr/>
        </p:nvSpPr>
        <p:spPr>
          <a:xfrm>
            <a:off x="128016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94" name="Shape 115"/>
          <p:cNvSpPr/>
          <p:nvPr/>
        </p:nvSpPr>
        <p:spPr>
          <a:xfrm>
            <a:off x="187452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95" name="Shape 116"/>
          <p:cNvSpPr/>
          <p:nvPr/>
        </p:nvSpPr>
        <p:spPr>
          <a:xfrm>
            <a:off x="246888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96" name="Shape 117"/>
          <p:cNvSpPr/>
          <p:nvPr/>
        </p:nvSpPr>
        <p:spPr>
          <a:xfrm>
            <a:off x="306324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97" name="Shape 118"/>
          <p:cNvSpPr/>
          <p:nvPr/>
        </p:nvSpPr>
        <p:spPr>
          <a:xfrm>
            <a:off x="365760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98" name="Shape 119"/>
          <p:cNvSpPr/>
          <p:nvPr/>
        </p:nvSpPr>
        <p:spPr>
          <a:xfrm>
            <a:off x="425196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699" name="Shape 120"/>
          <p:cNvSpPr/>
          <p:nvPr/>
        </p:nvSpPr>
        <p:spPr>
          <a:xfrm>
            <a:off x="484632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00" name="Shape 121"/>
          <p:cNvSpPr/>
          <p:nvPr/>
        </p:nvSpPr>
        <p:spPr>
          <a:xfrm>
            <a:off x="544068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01" name="Shape 122"/>
          <p:cNvSpPr/>
          <p:nvPr/>
        </p:nvSpPr>
        <p:spPr>
          <a:xfrm>
            <a:off x="603504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02" name="Shape 123"/>
          <p:cNvSpPr/>
          <p:nvPr/>
        </p:nvSpPr>
        <p:spPr>
          <a:xfrm>
            <a:off x="662940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03" name="Shape 124"/>
          <p:cNvSpPr/>
          <p:nvPr/>
        </p:nvSpPr>
        <p:spPr>
          <a:xfrm>
            <a:off x="722376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04" name="Shape 125"/>
          <p:cNvSpPr/>
          <p:nvPr/>
        </p:nvSpPr>
        <p:spPr>
          <a:xfrm>
            <a:off x="781812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05" name="Shape 126"/>
          <p:cNvSpPr/>
          <p:nvPr/>
        </p:nvSpPr>
        <p:spPr>
          <a:xfrm>
            <a:off x="841248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06" name="Shape 127"/>
          <p:cNvSpPr/>
          <p:nvPr/>
        </p:nvSpPr>
        <p:spPr>
          <a:xfrm>
            <a:off x="9006840" y="425196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07" name="Shape 128"/>
          <p:cNvSpPr/>
          <p:nvPr/>
        </p:nvSpPr>
        <p:spPr>
          <a:xfrm>
            <a:off x="9144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08" name="Shape 129"/>
          <p:cNvSpPr/>
          <p:nvPr/>
        </p:nvSpPr>
        <p:spPr>
          <a:xfrm>
            <a:off x="68580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09" name="Shape 130"/>
          <p:cNvSpPr/>
          <p:nvPr/>
        </p:nvSpPr>
        <p:spPr>
          <a:xfrm>
            <a:off x="128016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10" name="Shape 131"/>
          <p:cNvSpPr/>
          <p:nvPr/>
        </p:nvSpPr>
        <p:spPr>
          <a:xfrm>
            <a:off x="187452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11" name="Shape 132"/>
          <p:cNvSpPr/>
          <p:nvPr/>
        </p:nvSpPr>
        <p:spPr>
          <a:xfrm>
            <a:off x="246888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12" name="Shape 133"/>
          <p:cNvSpPr/>
          <p:nvPr/>
        </p:nvSpPr>
        <p:spPr>
          <a:xfrm>
            <a:off x="306324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13" name="Shape 134"/>
          <p:cNvSpPr/>
          <p:nvPr/>
        </p:nvSpPr>
        <p:spPr>
          <a:xfrm>
            <a:off x="365760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14" name="Shape 135"/>
          <p:cNvSpPr/>
          <p:nvPr/>
        </p:nvSpPr>
        <p:spPr>
          <a:xfrm>
            <a:off x="425196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15" name="Shape 136"/>
          <p:cNvSpPr/>
          <p:nvPr/>
        </p:nvSpPr>
        <p:spPr>
          <a:xfrm>
            <a:off x="484632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16" name="Shape 137"/>
          <p:cNvSpPr/>
          <p:nvPr/>
        </p:nvSpPr>
        <p:spPr>
          <a:xfrm>
            <a:off x="544068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17" name="Shape 138"/>
          <p:cNvSpPr/>
          <p:nvPr/>
        </p:nvSpPr>
        <p:spPr>
          <a:xfrm>
            <a:off x="603504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18" name="Shape 139"/>
          <p:cNvSpPr/>
          <p:nvPr/>
        </p:nvSpPr>
        <p:spPr>
          <a:xfrm>
            <a:off x="662940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19" name="Shape 140"/>
          <p:cNvSpPr/>
          <p:nvPr/>
        </p:nvSpPr>
        <p:spPr>
          <a:xfrm>
            <a:off x="722376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20" name="Shape 141"/>
          <p:cNvSpPr/>
          <p:nvPr/>
        </p:nvSpPr>
        <p:spPr>
          <a:xfrm>
            <a:off x="781812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21" name="Shape 142"/>
          <p:cNvSpPr/>
          <p:nvPr/>
        </p:nvSpPr>
        <p:spPr>
          <a:xfrm>
            <a:off x="841248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22" name="Shape 143"/>
          <p:cNvSpPr/>
          <p:nvPr/>
        </p:nvSpPr>
        <p:spPr>
          <a:xfrm>
            <a:off x="9006840" y="4846320"/>
            <a:ext cx="45720" cy="45720"/>
          </a:xfrm>
          <a:prstGeom prst="ellipse"/>
          <a:solidFill>
            <a:srgbClr val="1A56DB">
              <a:alpha val="10000"/>
            </a:srgbClr>
          </a:solidFill>
        </p:spPr>
      </p:sp>
      <p:sp>
        <p:nvSpPr>
          <p:cNvPr id="1049723" name="Shape 144"/>
          <p:cNvSpPr/>
          <p:nvPr/>
        </p:nvSpPr>
        <p:spPr>
          <a:xfrm>
            <a:off x="5943600" y="-457200"/>
            <a:ext cx="4572000" cy="4572000"/>
          </a:xfrm>
          <a:prstGeom prst="ellipse"/>
          <a:solidFill>
            <a:srgbClr val="1A56DB">
              <a:alpha val="15000"/>
            </a:srgbClr>
          </a:solidFill>
        </p:spPr>
      </p:sp>
      <p:sp>
        <p:nvSpPr>
          <p:cNvPr id="1049724" name="Text 145"/>
          <p:cNvSpPr/>
          <p:nvPr/>
        </p:nvSpPr>
        <p:spPr>
          <a:xfrm>
            <a:off x="457200" y="274320"/>
            <a:ext cx="7315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40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dirty="0" sz="1100" lang="en-US"/>
          </a:p>
        </p:txBody>
      </p:sp>
      <p:sp>
        <p:nvSpPr>
          <p:cNvPr id="1049725" name="Text 146"/>
          <p:cNvSpPr/>
          <p:nvPr/>
        </p:nvSpPr>
        <p:spPr>
          <a:xfrm>
            <a:off x="457200" y="621792"/>
            <a:ext cx="7772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Demonstrated</a:t>
            </a:r>
            <a:endParaRPr dirty="0" sz="3200" lang="en-US"/>
          </a:p>
        </p:txBody>
      </p:sp>
      <p:sp>
        <p:nvSpPr>
          <p:cNvPr id="1049726" name="Shape 147"/>
          <p:cNvSpPr/>
          <p:nvPr/>
        </p:nvSpPr>
        <p:spPr>
          <a:xfrm>
            <a:off x="457200" y="14173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727" name="Shape 148"/>
          <p:cNvSpPr/>
          <p:nvPr/>
        </p:nvSpPr>
        <p:spPr>
          <a:xfrm>
            <a:off x="594360" y="1572768"/>
            <a:ext cx="201168" cy="201168"/>
          </a:xfrm>
          <a:prstGeom prst="ellipse"/>
          <a:solidFill>
            <a:srgbClr val="06B6D4"/>
          </a:solidFill>
        </p:spPr>
      </p:sp>
      <p:sp>
        <p:nvSpPr>
          <p:cNvPr id="1049728" name="Text 149"/>
          <p:cNvSpPr/>
          <p:nvPr/>
        </p:nvSpPr>
        <p:spPr>
          <a:xfrm>
            <a:off x="932688" y="1435608"/>
            <a:ext cx="758952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EDA pipeline: load → clean → explore → visualize → conclude</a:t>
            </a:r>
            <a:endParaRPr dirty="0" sz="1300" lang="en-US"/>
          </a:p>
        </p:txBody>
      </p:sp>
      <p:sp>
        <p:nvSpPr>
          <p:cNvPr id="1049729" name="Shape 150"/>
          <p:cNvSpPr/>
          <p:nvPr/>
        </p:nvSpPr>
        <p:spPr>
          <a:xfrm>
            <a:off x="457200" y="21031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730" name="Shape 151"/>
          <p:cNvSpPr/>
          <p:nvPr/>
        </p:nvSpPr>
        <p:spPr>
          <a:xfrm>
            <a:off x="594360" y="2258568"/>
            <a:ext cx="201168" cy="201168"/>
          </a:xfrm>
          <a:prstGeom prst="ellipse"/>
          <a:solidFill>
            <a:srgbClr val="06B6D4"/>
          </a:solidFill>
        </p:spPr>
      </p:sp>
      <p:sp>
        <p:nvSpPr>
          <p:cNvPr id="1049731" name="Text 152"/>
          <p:cNvSpPr/>
          <p:nvPr/>
        </p:nvSpPr>
        <p:spPr>
          <a:xfrm>
            <a:off x="932688" y="2121408"/>
            <a:ext cx="758952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dominates categories; GAME &amp; COMMUNICATION lead in installs</a:t>
            </a:r>
            <a:endParaRPr dirty="0" sz="1300" lang="en-US"/>
          </a:p>
        </p:txBody>
      </p:sp>
      <p:sp>
        <p:nvSpPr>
          <p:cNvPr id="1049732" name="Shape 153"/>
          <p:cNvSpPr/>
          <p:nvPr/>
        </p:nvSpPr>
        <p:spPr>
          <a:xfrm>
            <a:off x="457200" y="27889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733" name="Shape 154"/>
          <p:cNvSpPr/>
          <p:nvPr/>
        </p:nvSpPr>
        <p:spPr>
          <a:xfrm>
            <a:off x="594360" y="2944368"/>
            <a:ext cx="201168" cy="201168"/>
          </a:xfrm>
          <a:prstGeom prst="ellipse"/>
          <a:solidFill>
            <a:srgbClr val="06B6D4"/>
          </a:solidFill>
        </p:spPr>
      </p:sp>
      <p:sp>
        <p:nvSpPr>
          <p:cNvPr id="1049734" name="Text 155"/>
          <p:cNvSpPr/>
          <p:nvPr/>
        </p:nvSpPr>
        <p:spPr>
          <a:xfrm>
            <a:off x="932688" y="2807208"/>
            <a:ext cx="758952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92%+ apps are free; most maintain ratings above 4.0/5.0</a:t>
            </a:r>
            <a:endParaRPr dirty="0" sz="1300" lang="en-US"/>
          </a:p>
        </p:txBody>
      </p:sp>
      <p:sp>
        <p:nvSpPr>
          <p:cNvPr id="1049735" name="Shape 156"/>
          <p:cNvSpPr/>
          <p:nvPr/>
        </p:nvSpPr>
        <p:spPr>
          <a:xfrm>
            <a:off x="457200" y="34747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736" name="Shape 157"/>
          <p:cNvSpPr/>
          <p:nvPr/>
        </p:nvSpPr>
        <p:spPr>
          <a:xfrm>
            <a:off x="594360" y="3630168"/>
            <a:ext cx="201168" cy="201168"/>
          </a:xfrm>
          <a:prstGeom prst="ellipse"/>
          <a:solidFill>
            <a:srgbClr val="06B6D4"/>
          </a:solidFill>
        </p:spPr>
      </p:sp>
      <p:sp>
        <p:nvSpPr>
          <p:cNvPr id="1049737" name="Text 158"/>
          <p:cNvSpPr/>
          <p:nvPr/>
        </p:nvSpPr>
        <p:spPr>
          <a:xfrm>
            <a:off x="932688" y="3493008"/>
            <a:ext cx="758952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correlation between reviews and installs validates social-proof theory</a:t>
            </a:r>
            <a:endParaRPr dirty="0" sz="1300" lang="en-US"/>
          </a:p>
        </p:txBody>
      </p:sp>
      <p:sp>
        <p:nvSpPr>
          <p:cNvPr id="1049738" name="Shape 159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739" name="Shape 160"/>
          <p:cNvSpPr/>
          <p:nvPr/>
        </p:nvSpPr>
        <p:spPr>
          <a:xfrm>
            <a:off x="594360" y="4315968"/>
            <a:ext cx="201168" cy="201168"/>
          </a:xfrm>
          <a:prstGeom prst="ellipse"/>
          <a:solidFill>
            <a:srgbClr val="06B6D4"/>
          </a:solidFill>
        </p:spPr>
      </p:sp>
      <p:sp>
        <p:nvSpPr>
          <p:cNvPr id="1049740" name="Text 161"/>
          <p:cNvSpPr/>
          <p:nvPr/>
        </p:nvSpPr>
        <p:spPr>
          <a:xfrm>
            <a:off x="932688" y="4178808"/>
            <a:ext cx="758952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data stack (Pandas, NumPy, Matplotlib, Seaborn) proven on real data</a:t>
            </a:r>
            <a:endParaRPr dirty="0" sz="1300" lang="en-US"/>
          </a:p>
        </p:txBody>
      </p:sp>
      <p:sp>
        <p:nvSpPr>
          <p:cNvPr id="1049741" name="Text 162"/>
          <p:cNvSpPr/>
          <p:nvPr/>
        </p:nvSpPr>
        <p:spPr>
          <a:xfrm>
            <a:off x="457200" y="4800600"/>
            <a:ext cx="822960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i="1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Sentiment analysis, predictive modeling, revenue data integration</a:t>
            </a:r>
            <a:endParaRPr dirty="0" sz="1100" lang="en-US"/>
          </a:p>
        </p:txBody>
      </p:sp>
      <p:sp>
        <p:nvSpPr>
          <p:cNvPr id="1049742" name="Text 163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dirty="0" sz="900" lang="en-US"/>
          </a:p>
        </p:txBody>
      </p:sp>
      <p:sp>
        <p:nvSpPr>
          <p:cNvPr id="1049936" name=""/>
          <p:cNvSpPr txBox="1"/>
          <p:nvPr/>
        </p:nvSpPr>
        <p:spPr>
          <a:xfrm>
            <a:off x="1897380" y="12744546"/>
            <a:ext cx="4572000" cy="14759939"/>
          </a:xfrm>
          <a:prstGeom prst="rect"/>
        </p:spPr>
        <p:txBody>
          <a:bodyPr rtlCol="0" wrap="square">
            <a:spAutoFit/>
          </a:bodyPr>
          <a:p>
            <a:r>
              <a:rPr sz="2800" lang="en-IN">
                <a:solidFill>
                  <a:srgbClr val="000000"/>
                </a:solidFill>
              </a:rPr>
              <a:t>Create image Realistic cinematic candid photo, 9:16 vertical, handheld smartphone shot, raw natural quality, slight grain, no HDR.
Night outside an Indomaret minimarket with glass windows, visible snack shelves, parked motorcycles, and red/teal neon reflections. Small metal table with iced coffee, bottled tea, fries, snacks, and Indomie noodles.
1. First photo uploaded is Girl (reference face): exact same facial features, and personality, long dark wavy hair, black fitted turtleneck/crop top, small black sunglasses. Sitting left, leaning back, hand near mouth, emotionally distant and withdrawn.
2. Second Photo uploaded Man (Mahesh Babu inspired look): black suit/dark jacket, leaning toward her, serious expression, one hand raised while talking.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6FF"/>
        </a:solidFill>
      </p:bgPr>
    </p:bg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46" name="Shape 0"/>
          <p:cNvSpPr/>
          <p:nvPr/>
        </p:nvSpPr>
        <p:spPr>
          <a:xfrm>
            <a:off x="457200" y="16459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</p:spPr>
      </p:sp>
      <p:sp>
        <p:nvSpPr>
          <p:cNvPr id="1049747" name="Text 1"/>
          <p:cNvSpPr/>
          <p:nvPr/>
        </p:nvSpPr>
        <p:spPr>
          <a:xfrm>
            <a:off x="457200" y="164592"/>
            <a:ext cx="114300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dirty="0" sz="900" lang="en-US"/>
          </a:p>
        </p:txBody>
      </p:sp>
      <p:sp>
        <p:nvSpPr>
          <p:cNvPr id="1049748" name="Text 2"/>
          <p:cNvSpPr/>
          <p:nvPr/>
        </p:nvSpPr>
        <p:spPr>
          <a:xfrm>
            <a:off x="457200" y="475488"/>
            <a:ext cx="8229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Links</a:t>
            </a:r>
            <a:endParaRPr dirty="0" sz="3000" lang="en-US"/>
          </a:p>
        </p:txBody>
      </p:sp>
      <p:sp>
        <p:nvSpPr>
          <p:cNvPr id="1049749" name="Text 3"/>
          <p:cNvSpPr/>
          <p:nvPr/>
        </p:nvSpPr>
        <p:spPr>
          <a:xfrm>
            <a:off x="457200" y="1234440"/>
            <a:ext cx="822960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dirty="0" sz="1400" lang="en-US"/>
          </a:p>
        </p:txBody>
      </p:sp>
      <p:sp>
        <p:nvSpPr>
          <p:cNvPr id="1049750" name="Shape 4"/>
          <p:cNvSpPr/>
          <p:nvPr/>
        </p:nvSpPr>
        <p:spPr>
          <a:xfrm>
            <a:off x="502920" y="1655064"/>
            <a:ext cx="91440" cy="91440"/>
          </a:xfrm>
          <a:prstGeom prst="ellipse"/>
          <a:solidFill>
            <a:srgbClr val="06B6D4"/>
          </a:solidFill>
        </p:spPr>
      </p:sp>
      <p:sp>
        <p:nvSpPr>
          <p:cNvPr id="1049751" name="Text 5"/>
          <p:cNvSpPr/>
          <p:nvPr/>
        </p:nvSpPr>
        <p:spPr>
          <a:xfrm>
            <a:off x="685800" y="1581912"/>
            <a:ext cx="8138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Google Play Store Apps  |  https://www.kaggle.com/datasets/lava18/google-play-store-apps</a:t>
            </a:r>
            <a:endParaRPr dirty="0" sz="1200" lang="en-US"/>
          </a:p>
        </p:txBody>
      </p:sp>
      <p:sp>
        <p:nvSpPr>
          <p:cNvPr id="1049752" name="Text 6"/>
          <p:cNvSpPr/>
          <p:nvPr/>
        </p:nvSpPr>
        <p:spPr>
          <a:xfrm>
            <a:off x="457200" y="2066544"/>
            <a:ext cx="822960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dirty="0" sz="1400" lang="en-US"/>
          </a:p>
        </p:txBody>
      </p:sp>
      <p:sp>
        <p:nvSpPr>
          <p:cNvPr id="1049753" name="Shape 7"/>
          <p:cNvSpPr/>
          <p:nvPr/>
        </p:nvSpPr>
        <p:spPr>
          <a:xfrm>
            <a:off x="502920" y="2487168"/>
            <a:ext cx="91440" cy="91440"/>
          </a:xfrm>
          <a:prstGeom prst="ellipse"/>
          <a:solidFill>
            <a:srgbClr val="06B6D4"/>
          </a:solidFill>
        </p:spPr>
      </p:sp>
      <p:sp>
        <p:nvSpPr>
          <p:cNvPr id="1049754" name="Text 8"/>
          <p:cNvSpPr/>
          <p:nvPr/>
        </p:nvSpPr>
        <p:spPr>
          <a:xfrm>
            <a:off x="685800" y="2414016"/>
            <a:ext cx="8138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|  https://pandas.pydata.org/docs/</a:t>
            </a:r>
            <a:endParaRPr dirty="0" sz="1200" lang="en-US"/>
          </a:p>
        </p:txBody>
      </p:sp>
      <p:sp>
        <p:nvSpPr>
          <p:cNvPr id="1049755" name="Shape 9"/>
          <p:cNvSpPr/>
          <p:nvPr/>
        </p:nvSpPr>
        <p:spPr>
          <a:xfrm>
            <a:off x="502920" y="2834640"/>
            <a:ext cx="91440" cy="91440"/>
          </a:xfrm>
          <a:prstGeom prst="ellipse"/>
          <a:solidFill>
            <a:srgbClr val="06B6D4"/>
          </a:solidFill>
        </p:spPr>
      </p:sp>
      <p:sp>
        <p:nvSpPr>
          <p:cNvPr id="1049756" name="Text 10"/>
          <p:cNvSpPr/>
          <p:nvPr/>
        </p:nvSpPr>
        <p:spPr>
          <a:xfrm>
            <a:off x="685800" y="2761488"/>
            <a:ext cx="8138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 |  https://numpy.org/doc/</a:t>
            </a:r>
            <a:endParaRPr dirty="0" sz="1200" lang="en-US"/>
          </a:p>
        </p:txBody>
      </p:sp>
      <p:sp>
        <p:nvSpPr>
          <p:cNvPr id="1049757" name="Shape 11"/>
          <p:cNvSpPr/>
          <p:nvPr/>
        </p:nvSpPr>
        <p:spPr>
          <a:xfrm>
            <a:off x="502920" y="3182112"/>
            <a:ext cx="91440" cy="91440"/>
          </a:xfrm>
          <a:prstGeom prst="ellipse"/>
          <a:solidFill>
            <a:srgbClr val="06B6D4"/>
          </a:solidFill>
        </p:spPr>
      </p:sp>
      <p:sp>
        <p:nvSpPr>
          <p:cNvPr id="1049758" name="Text 12"/>
          <p:cNvSpPr/>
          <p:nvPr/>
        </p:nvSpPr>
        <p:spPr>
          <a:xfrm>
            <a:off x="685800" y="3108960"/>
            <a:ext cx="8138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|  https://matplotlib.org/stable/contents.html</a:t>
            </a:r>
            <a:endParaRPr dirty="0" sz="1200" lang="en-US"/>
          </a:p>
        </p:txBody>
      </p:sp>
      <p:sp>
        <p:nvSpPr>
          <p:cNvPr id="1049759" name="Shape 13"/>
          <p:cNvSpPr/>
          <p:nvPr/>
        </p:nvSpPr>
        <p:spPr>
          <a:xfrm>
            <a:off x="502920" y="3529584"/>
            <a:ext cx="91440" cy="91440"/>
          </a:xfrm>
          <a:prstGeom prst="ellipse"/>
          <a:solidFill>
            <a:srgbClr val="06B6D4"/>
          </a:solidFill>
        </p:spPr>
      </p:sp>
      <p:sp>
        <p:nvSpPr>
          <p:cNvPr id="1049760" name="Text 14"/>
          <p:cNvSpPr/>
          <p:nvPr/>
        </p:nvSpPr>
        <p:spPr>
          <a:xfrm>
            <a:off x="685800" y="3456432"/>
            <a:ext cx="8138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 |  https://seaborn.pydata.org/</a:t>
            </a:r>
            <a:endParaRPr dirty="0" sz="1200" lang="en-US"/>
          </a:p>
        </p:txBody>
      </p:sp>
      <p:sp>
        <p:nvSpPr>
          <p:cNvPr id="1049761" name="Text 15"/>
          <p:cNvSpPr/>
          <p:nvPr/>
        </p:nvSpPr>
        <p:spPr>
          <a:xfrm>
            <a:off x="457200" y="3941064"/>
            <a:ext cx="822960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dirty="0" sz="1400" lang="en-US"/>
          </a:p>
        </p:txBody>
      </p:sp>
      <p:sp>
        <p:nvSpPr>
          <p:cNvPr id="1049762" name="Shape 16"/>
          <p:cNvSpPr/>
          <p:nvPr/>
        </p:nvSpPr>
        <p:spPr>
          <a:xfrm>
            <a:off x="502920" y="4361688"/>
            <a:ext cx="91440" cy="91440"/>
          </a:xfrm>
          <a:prstGeom prst="ellipse"/>
          <a:solidFill>
            <a:srgbClr val="06B6D4"/>
          </a:solidFill>
        </p:spPr>
      </p:sp>
      <p:sp>
        <p:nvSpPr>
          <p:cNvPr id="1049763" name="Text 17"/>
          <p:cNvSpPr/>
          <p:nvPr/>
        </p:nvSpPr>
        <p:spPr>
          <a:xfrm>
            <a:off x="685800" y="4288536"/>
            <a:ext cx="8138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Python  |  https://realpython.com/</a:t>
            </a:r>
            <a:endParaRPr dirty="0" sz="1200" lang="en-US"/>
          </a:p>
        </p:txBody>
      </p:sp>
      <p:sp>
        <p:nvSpPr>
          <p:cNvPr id="1049764" name="Shape 18"/>
          <p:cNvSpPr/>
          <p:nvPr/>
        </p:nvSpPr>
        <p:spPr>
          <a:xfrm>
            <a:off x="502920" y="4709160"/>
            <a:ext cx="91440" cy="91440"/>
          </a:xfrm>
          <a:prstGeom prst="ellipse"/>
          <a:solidFill>
            <a:srgbClr val="06B6D4"/>
          </a:solidFill>
        </p:spPr>
      </p:sp>
      <p:sp>
        <p:nvSpPr>
          <p:cNvPr id="1049765" name="Text 19"/>
          <p:cNvSpPr/>
          <p:nvPr/>
        </p:nvSpPr>
        <p:spPr>
          <a:xfrm>
            <a:off x="685800" y="4636008"/>
            <a:ext cx="8138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Analysis — Wes McKinney (O'Reilly)</a:t>
            </a:r>
            <a:endParaRPr dirty="0" sz="1200" lang="en-US"/>
          </a:p>
        </p:txBody>
      </p:sp>
      <p:sp>
        <p:nvSpPr>
          <p:cNvPr id="1049766" name="Shape 20"/>
          <p:cNvSpPr/>
          <p:nvPr/>
        </p:nvSpPr>
        <p:spPr>
          <a:xfrm>
            <a:off x="502920" y="5056632"/>
            <a:ext cx="91440" cy="91440"/>
          </a:xfrm>
          <a:prstGeom prst="ellipse"/>
          <a:solidFill>
            <a:srgbClr val="06B6D4"/>
          </a:solidFill>
        </p:spPr>
      </p:sp>
      <p:sp>
        <p:nvSpPr>
          <p:cNvPr id="1049767" name="Text 21"/>
          <p:cNvSpPr/>
          <p:nvPr/>
        </p:nvSpPr>
        <p:spPr>
          <a:xfrm>
            <a:off x="685800" y="4983480"/>
            <a:ext cx="8138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Data Science  |  https://towardsdatascience.com/</a:t>
            </a:r>
            <a:endParaRPr dirty="0" sz="1200" lang="en-US"/>
          </a:p>
        </p:txBody>
      </p:sp>
      <p:sp>
        <p:nvSpPr>
          <p:cNvPr id="1049768" name="Shape 22"/>
          <p:cNvSpPr/>
          <p:nvPr/>
        </p:nvSpPr>
        <p:spPr>
          <a:xfrm>
            <a:off x="502920" y="5404104"/>
            <a:ext cx="91440" cy="91440"/>
          </a:xfrm>
          <a:prstGeom prst="ellipse"/>
          <a:solidFill>
            <a:srgbClr val="06B6D4"/>
          </a:solidFill>
        </p:spPr>
      </p:sp>
      <p:sp>
        <p:nvSpPr>
          <p:cNvPr id="1049769" name="Text 23"/>
          <p:cNvSpPr/>
          <p:nvPr/>
        </p:nvSpPr>
        <p:spPr>
          <a:xfrm>
            <a:off x="685800" y="5330952"/>
            <a:ext cx="8138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GeeksforGeeks Pandas Tutorial  |  https://www.geeksforgeeks.org/pandas-tutorial/</a:t>
            </a:r>
            <a:endParaRPr dirty="0" sz="1200" lang="en-US"/>
          </a:p>
        </p:txBody>
      </p:sp>
      <p:sp>
        <p:nvSpPr>
          <p:cNvPr id="1049770" name="Text 24"/>
          <p:cNvSpPr/>
          <p:nvPr/>
        </p:nvSpPr>
        <p:spPr>
          <a:xfrm>
            <a:off x="8503920" y="4800600"/>
            <a:ext cx="457200" cy="22860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dirty="0" sz="900"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D3A"/>
        </a:solidFill>
      </p:bgPr>
    </p:bg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74" name="Shape 0"/>
          <p:cNvSpPr/>
          <p:nvPr/>
        </p:nvSpPr>
        <p:spPr>
          <a:xfrm>
            <a:off x="9144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75" name="Shape 1"/>
          <p:cNvSpPr/>
          <p:nvPr/>
        </p:nvSpPr>
        <p:spPr>
          <a:xfrm>
            <a:off x="68580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76" name="Shape 2"/>
          <p:cNvSpPr/>
          <p:nvPr/>
        </p:nvSpPr>
        <p:spPr>
          <a:xfrm>
            <a:off x="128016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77" name="Shape 3"/>
          <p:cNvSpPr/>
          <p:nvPr/>
        </p:nvSpPr>
        <p:spPr>
          <a:xfrm>
            <a:off x="187452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78" name="Shape 4"/>
          <p:cNvSpPr/>
          <p:nvPr/>
        </p:nvSpPr>
        <p:spPr>
          <a:xfrm>
            <a:off x="246888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79" name="Shape 5"/>
          <p:cNvSpPr/>
          <p:nvPr/>
        </p:nvSpPr>
        <p:spPr>
          <a:xfrm>
            <a:off x="306324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80" name="Shape 6"/>
          <p:cNvSpPr/>
          <p:nvPr/>
        </p:nvSpPr>
        <p:spPr>
          <a:xfrm>
            <a:off x="365760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81" name="Shape 7"/>
          <p:cNvSpPr/>
          <p:nvPr/>
        </p:nvSpPr>
        <p:spPr>
          <a:xfrm>
            <a:off x="425196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82" name="Shape 8"/>
          <p:cNvSpPr/>
          <p:nvPr/>
        </p:nvSpPr>
        <p:spPr>
          <a:xfrm>
            <a:off x="484632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83" name="Shape 9"/>
          <p:cNvSpPr/>
          <p:nvPr/>
        </p:nvSpPr>
        <p:spPr>
          <a:xfrm>
            <a:off x="544068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84" name="Shape 10"/>
          <p:cNvSpPr/>
          <p:nvPr/>
        </p:nvSpPr>
        <p:spPr>
          <a:xfrm>
            <a:off x="603504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85" name="Shape 11"/>
          <p:cNvSpPr/>
          <p:nvPr/>
        </p:nvSpPr>
        <p:spPr>
          <a:xfrm>
            <a:off x="662940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86" name="Shape 12"/>
          <p:cNvSpPr/>
          <p:nvPr/>
        </p:nvSpPr>
        <p:spPr>
          <a:xfrm>
            <a:off x="722376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87" name="Shape 13"/>
          <p:cNvSpPr/>
          <p:nvPr/>
        </p:nvSpPr>
        <p:spPr>
          <a:xfrm>
            <a:off x="781812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88" name="Shape 14"/>
          <p:cNvSpPr/>
          <p:nvPr/>
        </p:nvSpPr>
        <p:spPr>
          <a:xfrm>
            <a:off x="841248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89" name="Shape 15"/>
          <p:cNvSpPr/>
          <p:nvPr/>
        </p:nvSpPr>
        <p:spPr>
          <a:xfrm>
            <a:off x="9006840" y="914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90" name="Shape 16"/>
          <p:cNvSpPr/>
          <p:nvPr/>
        </p:nvSpPr>
        <p:spPr>
          <a:xfrm>
            <a:off x="9144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91" name="Shape 17"/>
          <p:cNvSpPr/>
          <p:nvPr/>
        </p:nvSpPr>
        <p:spPr>
          <a:xfrm>
            <a:off x="68580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92" name="Shape 18"/>
          <p:cNvSpPr/>
          <p:nvPr/>
        </p:nvSpPr>
        <p:spPr>
          <a:xfrm>
            <a:off x="128016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93" name="Shape 19"/>
          <p:cNvSpPr/>
          <p:nvPr/>
        </p:nvSpPr>
        <p:spPr>
          <a:xfrm>
            <a:off x="187452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94" name="Shape 20"/>
          <p:cNvSpPr/>
          <p:nvPr/>
        </p:nvSpPr>
        <p:spPr>
          <a:xfrm>
            <a:off x="246888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95" name="Shape 21"/>
          <p:cNvSpPr/>
          <p:nvPr/>
        </p:nvSpPr>
        <p:spPr>
          <a:xfrm>
            <a:off x="306324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96" name="Shape 22"/>
          <p:cNvSpPr/>
          <p:nvPr/>
        </p:nvSpPr>
        <p:spPr>
          <a:xfrm>
            <a:off x="365760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97" name="Shape 23"/>
          <p:cNvSpPr/>
          <p:nvPr/>
        </p:nvSpPr>
        <p:spPr>
          <a:xfrm>
            <a:off x="425196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98" name="Shape 24"/>
          <p:cNvSpPr/>
          <p:nvPr/>
        </p:nvSpPr>
        <p:spPr>
          <a:xfrm>
            <a:off x="484632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799" name="Shape 25"/>
          <p:cNvSpPr/>
          <p:nvPr/>
        </p:nvSpPr>
        <p:spPr>
          <a:xfrm>
            <a:off x="544068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00" name="Shape 26"/>
          <p:cNvSpPr/>
          <p:nvPr/>
        </p:nvSpPr>
        <p:spPr>
          <a:xfrm>
            <a:off x="603504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01" name="Shape 27"/>
          <p:cNvSpPr/>
          <p:nvPr/>
        </p:nvSpPr>
        <p:spPr>
          <a:xfrm>
            <a:off x="662940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02" name="Shape 28"/>
          <p:cNvSpPr/>
          <p:nvPr/>
        </p:nvSpPr>
        <p:spPr>
          <a:xfrm>
            <a:off x="722376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03" name="Shape 29"/>
          <p:cNvSpPr/>
          <p:nvPr/>
        </p:nvSpPr>
        <p:spPr>
          <a:xfrm>
            <a:off x="781812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04" name="Shape 30"/>
          <p:cNvSpPr/>
          <p:nvPr/>
        </p:nvSpPr>
        <p:spPr>
          <a:xfrm>
            <a:off x="841248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05" name="Shape 31"/>
          <p:cNvSpPr/>
          <p:nvPr/>
        </p:nvSpPr>
        <p:spPr>
          <a:xfrm>
            <a:off x="9006840" y="6858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06" name="Shape 32"/>
          <p:cNvSpPr/>
          <p:nvPr/>
        </p:nvSpPr>
        <p:spPr>
          <a:xfrm>
            <a:off x="9144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07" name="Shape 33"/>
          <p:cNvSpPr/>
          <p:nvPr/>
        </p:nvSpPr>
        <p:spPr>
          <a:xfrm>
            <a:off x="68580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08" name="Shape 34"/>
          <p:cNvSpPr/>
          <p:nvPr/>
        </p:nvSpPr>
        <p:spPr>
          <a:xfrm>
            <a:off x="128016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09" name="Shape 35"/>
          <p:cNvSpPr/>
          <p:nvPr/>
        </p:nvSpPr>
        <p:spPr>
          <a:xfrm>
            <a:off x="187452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10" name="Shape 36"/>
          <p:cNvSpPr/>
          <p:nvPr/>
        </p:nvSpPr>
        <p:spPr>
          <a:xfrm>
            <a:off x="246888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11" name="Shape 37"/>
          <p:cNvSpPr/>
          <p:nvPr/>
        </p:nvSpPr>
        <p:spPr>
          <a:xfrm>
            <a:off x="306324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12" name="Shape 38"/>
          <p:cNvSpPr/>
          <p:nvPr/>
        </p:nvSpPr>
        <p:spPr>
          <a:xfrm>
            <a:off x="365760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13" name="Shape 39"/>
          <p:cNvSpPr/>
          <p:nvPr/>
        </p:nvSpPr>
        <p:spPr>
          <a:xfrm>
            <a:off x="425196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14" name="Shape 40"/>
          <p:cNvSpPr/>
          <p:nvPr/>
        </p:nvSpPr>
        <p:spPr>
          <a:xfrm>
            <a:off x="484632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15" name="Shape 41"/>
          <p:cNvSpPr/>
          <p:nvPr/>
        </p:nvSpPr>
        <p:spPr>
          <a:xfrm>
            <a:off x="544068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16" name="Shape 42"/>
          <p:cNvSpPr/>
          <p:nvPr/>
        </p:nvSpPr>
        <p:spPr>
          <a:xfrm>
            <a:off x="603504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17" name="Shape 43"/>
          <p:cNvSpPr/>
          <p:nvPr/>
        </p:nvSpPr>
        <p:spPr>
          <a:xfrm>
            <a:off x="662940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18" name="Shape 44"/>
          <p:cNvSpPr/>
          <p:nvPr/>
        </p:nvSpPr>
        <p:spPr>
          <a:xfrm>
            <a:off x="722376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19" name="Shape 45"/>
          <p:cNvSpPr/>
          <p:nvPr/>
        </p:nvSpPr>
        <p:spPr>
          <a:xfrm>
            <a:off x="781812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20" name="Shape 46"/>
          <p:cNvSpPr/>
          <p:nvPr/>
        </p:nvSpPr>
        <p:spPr>
          <a:xfrm>
            <a:off x="841248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21" name="Shape 47"/>
          <p:cNvSpPr/>
          <p:nvPr/>
        </p:nvSpPr>
        <p:spPr>
          <a:xfrm>
            <a:off x="9006840" y="12801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22" name="Shape 48"/>
          <p:cNvSpPr/>
          <p:nvPr/>
        </p:nvSpPr>
        <p:spPr>
          <a:xfrm>
            <a:off x="9144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23" name="Shape 49"/>
          <p:cNvSpPr/>
          <p:nvPr/>
        </p:nvSpPr>
        <p:spPr>
          <a:xfrm>
            <a:off x="68580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24" name="Shape 50"/>
          <p:cNvSpPr/>
          <p:nvPr/>
        </p:nvSpPr>
        <p:spPr>
          <a:xfrm>
            <a:off x="128016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25" name="Shape 51"/>
          <p:cNvSpPr/>
          <p:nvPr/>
        </p:nvSpPr>
        <p:spPr>
          <a:xfrm>
            <a:off x="187452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26" name="Shape 52"/>
          <p:cNvSpPr/>
          <p:nvPr/>
        </p:nvSpPr>
        <p:spPr>
          <a:xfrm>
            <a:off x="246888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27" name="Shape 53"/>
          <p:cNvSpPr/>
          <p:nvPr/>
        </p:nvSpPr>
        <p:spPr>
          <a:xfrm>
            <a:off x="306324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28" name="Shape 54"/>
          <p:cNvSpPr/>
          <p:nvPr/>
        </p:nvSpPr>
        <p:spPr>
          <a:xfrm>
            <a:off x="365760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29" name="Shape 55"/>
          <p:cNvSpPr/>
          <p:nvPr/>
        </p:nvSpPr>
        <p:spPr>
          <a:xfrm>
            <a:off x="425196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30" name="Shape 56"/>
          <p:cNvSpPr/>
          <p:nvPr/>
        </p:nvSpPr>
        <p:spPr>
          <a:xfrm>
            <a:off x="484632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31" name="Shape 57"/>
          <p:cNvSpPr/>
          <p:nvPr/>
        </p:nvSpPr>
        <p:spPr>
          <a:xfrm>
            <a:off x="544068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32" name="Shape 58"/>
          <p:cNvSpPr/>
          <p:nvPr/>
        </p:nvSpPr>
        <p:spPr>
          <a:xfrm>
            <a:off x="603504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33" name="Shape 59"/>
          <p:cNvSpPr/>
          <p:nvPr/>
        </p:nvSpPr>
        <p:spPr>
          <a:xfrm>
            <a:off x="662940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34" name="Shape 60"/>
          <p:cNvSpPr/>
          <p:nvPr/>
        </p:nvSpPr>
        <p:spPr>
          <a:xfrm>
            <a:off x="722376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35" name="Shape 61"/>
          <p:cNvSpPr/>
          <p:nvPr/>
        </p:nvSpPr>
        <p:spPr>
          <a:xfrm>
            <a:off x="781812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36" name="Shape 62"/>
          <p:cNvSpPr/>
          <p:nvPr/>
        </p:nvSpPr>
        <p:spPr>
          <a:xfrm>
            <a:off x="841248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37" name="Shape 63"/>
          <p:cNvSpPr/>
          <p:nvPr/>
        </p:nvSpPr>
        <p:spPr>
          <a:xfrm>
            <a:off x="9006840" y="18745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38" name="Shape 64"/>
          <p:cNvSpPr/>
          <p:nvPr/>
        </p:nvSpPr>
        <p:spPr>
          <a:xfrm>
            <a:off x="9144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39" name="Shape 65"/>
          <p:cNvSpPr/>
          <p:nvPr/>
        </p:nvSpPr>
        <p:spPr>
          <a:xfrm>
            <a:off x="68580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40" name="Shape 66"/>
          <p:cNvSpPr/>
          <p:nvPr/>
        </p:nvSpPr>
        <p:spPr>
          <a:xfrm>
            <a:off x="128016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41" name="Shape 67"/>
          <p:cNvSpPr/>
          <p:nvPr/>
        </p:nvSpPr>
        <p:spPr>
          <a:xfrm>
            <a:off x="187452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42" name="Shape 68"/>
          <p:cNvSpPr/>
          <p:nvPr/>
        </p:nvSpPr>
        <p:spPr>
          <a:xfrm>
            <a:off x="246888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43" name="Shape 69"/>
          <p:cNvSpPr/>
          <p:nvPr/>
        </p:nvSpPr>
        <p:spPr>
          <a:xfrm>
            <a:off x="306324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44" name="Shape 70"/>
          <p:cNvSpPr/>
          <p:nvPr/>
        </p:nvSpPr>
        <p:spPr>
          <a:xfrm>
            <a:off x="365760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45" name="Shape 71"/>
          <p:cNvSpPr/>
          <p:nvPr/>
        </p:nvSpPr>
        <p:spPr>
          <a:xfrm>
            <a:off x="425196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46" name="Shape 72"/>
          <p:cNvSpPr/>
          <p:nvPr/>
        </p:nvSpPr>
        <p:spPr>
          <a:xfrm>
            <a:off x="484632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47" name="Shape 73"/>
          <p:cNvSpPr/>
          <p:nvPr/>
        </p:nvSpPr>
        <p:spPr>
          <a:xfrm>
            <a:off x="544068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48" name="Shape 74"/>
          <p:cNvSpPr/>
          <p:nvPr/>
        </p:nvSpPr>
        <p:spPr>
          <a:xfrm>
            <a:off x="603504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49" name="Shape 75"/>
          <p:cNvSpPr/>
          <p:nvPr/>
        </p:nvSpPr>
        <p:spPr>
          <a:xfrm>
            <a:off x="662940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50" name="Shape 76"/>
          <p:cNvSpPr/>
          <p:nvPr/>
        </p:nvSpPr>
        <p:spPr>
          <a:xfrm>
            <a:off x="722376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51" name="Shape 77"/>
          <p:cNvSpPr/>
          <p:nvPr/>
        </p:nvSpPr>
        <p:spPr>
          <a:xfrm>
            <a:off x="781812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52" name="Shape 78"/>
          <p:cNvSpPr/>
          <p:nvPr/>
        </p:nvSpPr>
        <p:spPr>
          <a:xfrm>
            <a:off x="841248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53" name="Shape 79"/>
          <p:cNvSpPr/>
          <p:nvPr/>
        </p:nvSpPr>
        <p:spPr>
          <a:xfrm>
            <a:off x="9006840" y="246888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54" name="Shape 80"/>
          <p:cNvSpPr/>
          <p:nvPr/>
        </p:nvSpPr>
        <p:spPr>
          <a:xfrm>
            <a:off x="9144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55" name="Shape 81"/>
          <p:cNvSpPr/>
          <p:nvPr/>
        </p:nvSpPr>
        <p:spPr>
          <a:xfrm>
            <a:off x="68580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56" name="Shape 82"/>
          <p:cNvSpPr/>
          <p:nvPr/>
        </p:nvSpPr>
        <p:spPr>
          <a:xfrm>
            <a:off x="128016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57" name="Shape 83"/>
          <p:cNvSpPr/>
          <p:nvPr/>
        </p:nvSpPr>
        <p:spPr>
          <a:xfrm>
            <a:off x="187452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58" name="Shape 84"/>
          <p:cNvSpPr/>
          <p:nvPr/>
        </p:nvSpPr>
        <p:spPr>
          <a:xfrm>
            <a:off x="246888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59" name="Shape 85"/>
          <p:cNvSpPr/>
          <p:nvPr/>
        </p:nvSpPr>
        <p:spPr>
          <a:xfrm>
            <a:off x="306324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60" name="Shape 86"/>
          <p:cNvSpPr/>
          <p:nvPr/>
        </p:nvSpPr>
        <p:spPr>
          <a:xfrm>
            <a:off x="365760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61" name="Shape 87"/>
          <p:cNvSpPr/>
          <p:nvPr/>
        </p:nvSpPr>
        <p:spPr>
          <a:xfrm>
            <a:off x="425196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62" name="Shape 88"/>
          <p:cNvSpPr/>
          <p:nvPr/>
        </p:nvSpPr>
        <p:spPr>
          <a:xfrm>
            <a:off x="484632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63" name="Shape 89"/>
          <p:cNvSpPr/>
          <p:nvPr/>
        </p:nvSpPr>
        <p:spPr>
          <a:xfrm>
            <a:off x="544068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64" name="Shape 90"/>
          <p:cNvSpPr/>
          <p:nvPr/>
        </p:nvSpPr>
        <p:spPr>
          <a:xfrm>
            <a:off x="603504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65" name="Shape 91"/>
          <p:cNvSpPr/>
          <p:nvPr/>
        </p:nvSpPr>
        <p:spPr>
          <a:xfrm>
            <a:off x="662940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66" name="Shape 92"/>
          <p:cNvSpPr/>
          <p:nvPr/>
        </p:nvSpPr>
        <p:spPr>
          <a:xfrm>
            <a:off x="722376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67" name="Shape 93"/>
          <p:cNvSpPr/>
          <p:nvPr/>
        </p:nvSpPr>
        <p:spPr>
          <a:xfrm>
            <a:off x="781812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68" name="Shape 94"/>
          <p:cNvSpPr/>
          <p:nvPr/>
        </p:nvSpPr>
        <p:spPr>
          <a:xfrm>
            <a:off x="841248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69" name="Shape 95"/>
          <p:cNvSpPr/>
          <p:nvPr/>
        </p:nvSpPr>
        <p:spPr>
          <a:xfrm>
            <a:off x="9006840" y="306324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70" name="Shape 96"/>
          <p:cNvSpPr/>
          <p:nvPr/>
        </p:nvSpPr>
        <p:spPr>
          <a:xfrm>
            <a:off x="9144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71" name="Shape 97"/>
          <p:cNvSpPr/>
          <p:nvPr/>
        </p:nvSpPr>
        <p:spPr>
          <a:xfrm>
            <a:off x="68580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72" name="Shape 98"/>
          <p:cNvSpPr/>
          <p:nvPr/>
        </p:nvSpPr>
        <p:spPr>
          <a:xfrm>
            <a:off x="128016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73" name="Shape 99"/>
          <p:cNvSpPr/>
          <p:nvPr/>
        </p:nvSpPr>
        <p:spPr>
          <a:xfrm>
            <a:off x="187452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74" name="Shape 100"/>
          <p:cNvSpPr/>
          <p:nvPr/>
        </p:nvSpPr>
        <p:spPr>
          <a:xfrm>
            <a:off x="246888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75" name="Shape 101"/>
          <p:cNvSpPr/>
          <p:nvPr/>
        </p:nvSpPr>
        <p:spPr>
          <a:xfrm>
            <a:off x="306324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76" name="Shape 102"/>
          <p:cNvSpPr/>
          <p:nvPr/>
        </p:nvSpPr>
        <p:spPr>
          <a:xfrm>
            <a:off x="365760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77" name="Shape 103"/>
          <p:cNvSpPr/>
          <p:nvPr/>
        </p:nvSpPr>
        <p:spPr>
          <a:xfrm>
            <a:off x="425196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78" name="Shape 104"/>
          <p:cNvSpPr/>
          <p:nvPr/>
        </p:nvSpPr>
        <p:spPr>
          <a:xfrm>
            <a:off x="484632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79" name="Shape 105"/>
          <p:cNvSpPr/>
          <p:nvPr/>
        </p:nvSpPr>
        <p:spPr>
          <a:xfrm>
            <a:off x="544068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80" name="Shape 106"/>
          <p:cNvSpPr/>
          <p:nvPr/>
        </p:nvSpPr>
        <p:spPr>
          <a:xfrm>
            <a:off x="603504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81" name="Shape 107"/>
          <p:cNvSpPr/>
          <p:nvPr/>
        </p:nvSpPr>
        <p:spPr>
          <a:xfrm>
            <a:off x="662940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82" name="Shape 108"/>
          <p:cNvSpPr/>
          <p:nvPr/>
        </p:nvSpPr>
        <p:spPr>
          <a:xfrm>
            <a:off x="722376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83" name="Shape 109"/>
          <p:cNvSpPr/>
          <p:nvPr/>
        </p:nvSpPr>
        <p:spPr>
          <a:xfrm>
            <a:off x="781812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84" name="Shape 110"/>
          <p:cNvSpPr/>
          <p:nvPr/>
        </p:nvSpPr>
        <p:spPr>
          <a:xfrm>
            <a:off x="841248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85" name="Shape 111"/>
          <p:cNvSpPr/>
          <p:nvPr/>
        </p:nvSpPr>
        <p:spPr>
          <a:xfrm>
            <a:off x="9006840" y="365760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86" name="Shape 112"/>
          <p:cNvSpPr/>
          <p:nvPr/>
        </p:nvSpPr>
        <p:spPr>
          <a:xfrm>
            <a:off x="9144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87" name="Shape 113"/>
          <p:cNvSpPr/>
          <p:nvPr/>
        </p:nvSpPr>
        <p:spPr>
          <a:xfrm>
            <a:off x="68580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88" name="Shape 114"/>
          <p:cNvSpPr/>
          <p:nvPr/>
        </p:nvSpPr>
        <p:spPr>
          <a:xfrm>
            <a:off x="128016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89" name="Shape 115"/>
          <p:cNvSpPr/>
          <p:nvPr/>
        </p:nvSpPr>
        <p:spPr>
          <a:xfrm>
            <a:off x="187452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90" name="Shape 116"/>
          <p:cNvSpPr/>
          <p:nvPr/>
        </p:nvSpPr>
        <p:spPr>
          <a:xfrm>
            <a:off x="246888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91" name="Shape 117"/>
          <p:cNvSpPr/>
          <p:nvPr/>
        </p:nvSpPr>
        <p:spPr>
          <a:xfrm>
            <a:off x="306324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92" name="Shape 118"/>
          <p:cNvSpPr/>
          <p:nvPr/>
        </p:nvSpPr>
        <p:spPr>
          <a:xfrm>
            <a:off x="365760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93" name="Shape 119"/>
          <p:cNvSpPr/>
          <p:nvPr/>
        </p:nvSpPr>
        <p:spPr>
          <a:xfrm>
            <a:off x="425196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94" name="Shape 120"/>
          <p:cNvSpPr/>
          <p:nvPr/>
        </p:nvSpPr>
        <p:spPr>
          <a:xfrm>
            <a:off x="484632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95" name="Shape 121"/>
          <p:cNvSpPr/>
          <p:nvPr/>
        </p:nvSpPr>
        <p:spPr>
          <a:xfrm>
            <a:off x="544068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96" name="Shape 122"/>
          <p:cNvSpPr/>
          <p:nvPr/>
        </p:nvSpPr>
        <p:spPr>
          <a:xfrm>
            <a:off x="603504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97" name="Shape 123"/>
          <p:cNvSpPr/>
          <p:nvPr/>
        </p:nvSpPr>
        <p:spPr>
          <a:xfrm>
            <a:off x="662940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98" name="Shape 124"/>
          <p:cNvSpPr/>
          <p:nvPr/>
        </p:nvSpPr>
        <p:spPr>
          <a:xfrm>
            <a:off x="722376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899" name="Shape 125"/>
          <p:cNvSpPr/>
          <p:nvPr/>
        </p:nvSpPr>
        <p:spPr>
          <a:xfrm>
            <a:off x="781812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00" name="Shape 126"/>
          <p:cNvSpPr/>
          <p:nvPr/>
        </p:nvSpPr>
        <p:spPr>
          <a:xfrm>
            <a:off x="841248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01" name="Shape 127"/>
          <p:cNvSpPr/>
          <p:nvPr/>
        </p:nvSpPr>
        <p:spPr>
          <a:xfrm>
            <a:off x="9006840" y="425196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02" name="Shape 128"/>
          <p:cNvSpPr/>
          <p:nvPr/>
        </p:nvSpPr>
        <p:spPr>
          <a:xfrm>
            <a:off x="9144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03" name="Shape 129"/>
          <p:cNvSpPr/>
          <p:nvPr/>
        </p:nvSpPr>
        <p:spPr>
          <a:xfrm>
            <a:off x="68580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04" name="Shape 130"/>
          <p:cNvSpPr/>
          <p:nvPr/>
        </p:nvSpPr>
        <p:spPr>
          <a:xfrm>
            <a:off x="128016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05" name="Shape 131"/>
          <p:cNvSpPr/>
          <p:nvPr/>
        </p:nvSpPr>
        <p:spPr>
          <a:xfrm>
            <a:off x="187452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06" name="Shape 132"/>
          <p:cNvSpPr/>
          <p:nvPr/>
        </p:nvSpPr>
        <p:spPr>
          <a:xfrm>
            <a:off x="246888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07" name="Shape 133"/>
          <p:cNvSpPr/>
          <p:nvPr/>
        </p:nvSpPr>
        <p:spPr>
          <a:xfrm>
            <a:off x="306324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08" name="Shape 134"/>
          <p:cNvSpPr/>
          <p:nvPr/>
        </p:nvSpPr>
        <p:spPr>
          <a:xfrm>
            <a:off x="365760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09" name="Shape 135"/>
          <p:cNvSpPr/>
          <p:nvPr/>
        </p:nvSpPr>
        <p:spPr>
          <a:xfrm>
            <a:off x="425196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10" name="Shape 136"/>
          <p:cNvSpPr/>
          <p:nvPr/>
        </p:nvSpPr>
        <p:spPr>
          <a:xfrm>
            <a:off x="484632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11" name="Shape 137"/>
          <p:cNvSpPr/>
          <p:nvPr/>
        </p:nvSpPr>
        <p:spPr>
          <a:xfrm>
            <a:off x="544068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12" name="Shape 138"/>
          <p:cNvSpPr/>
          <p:nvPr/>
        </p:nvSpPr>
        <p:spPr>
          <a:xfrm>
            <a:off x="603504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13" name="Shape 139"/>
          <p:cNvSpPr/>
          <p:nvPr/>
        </p:nvSpPr>
        <p:spPr>
          <a:xfrm>
            <a:off x="662940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14" name="Shape 140"/>
          <p:cNvSpPr/>
          <p:nvPr/>
        </p:nvSpPr>
        <p:spPr>
          <a:xfrm>
            <a:off x="722376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15" name="Shape 141"/>
          <p:cNvSpPr/>
          <p:nvPr/>
        </p:nvSpPr>
        <p:spPr>
          <a:xfrm>
            <a:off x="781812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16" name="Shape 142"/>
          <p:cNvSpPr/>
          <p:nvPr/>
        </p:nvSpPr>
        <p:spPr>
          <a:xfrm>
            <a:off x="841248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17" name="Shape 143"/>
          <p:cNvSpPr/>
          <p:nvPr/>
        </p:nvSpPr>
        <p:spPr>
          <a:xfrm>
            <a:off x="9006840" y="4846320"/>
            <a:ext cx="45720" cy="45720"/>
          </a:xfrm>
          <a:prstGeom prst="ellipse"/>
          <a:solidFill>
            <a:srgbClr val="1A56DB">
              <a:alpha val="12000"/>
            </a:srgbClr>
          </a:solidFill>
        </p:spPr>
      </p:sp>
      <p:sp>
        <p:nvSpPr>
          <p:cNvPr id="1049918" name="Shape 144"/>
          <p:cNvSpPr/>
          <p:nvPr/>
        </p:nvSpPr>
        <p:spPr>
          <a:xfrm>
            <a:off x="-914400" y="2743200"/>
            <a:ext cx="5486400" cy="5486400"/>
          </a:xfrm>
          <a:prstGeom prst="ellipse"/>
          <a:solidFill>
            <a:srgbClr val="1A56DB">
              <a:alpha val="15000"/>
            </a:srgbClr>
          </a:solidFill>
        </p:spPr>
      </p:sp>
      <p:sp>
        <p:nvSpPr>
          <p:cNvPr id="1049919" name="Shape 145"/>
          <p:cNvSpPr/>
          <p:nvPr/>
        </p:nvSpPr>
        <p:spPr>
          <a:xfrm>
            <a:off x="6400800" y="-1371600"/>
            <a:ext cx="4572000" cy="4572000"/>
          </a:xfrm>
          <a:prstGeom prst="ellipse"/>
          <a:solidFill>
            <a:srgbClr val="06B6D4">
              <a:alpha val="12000"/>
            </a:srgbClr>
          </a:solidFill>
        </p:spPr>
      </p:sp>
      <p:sp>
        <p:nvSpPr>
          <p:cNvPr id="1049920" name="Text 146"/>
          <p:cNvSpPr/>
          <p:nvPr/>
        </p:nvSpPr>
        <p:spPr>
          <a:xfrm>
            <a:off x="-3823200" y="1406602"/>
            <a:ext cx="16150320" cy="233029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6400" lang="en-US">
                <a:solidFill>
                  <a:srgbClr val="FFFFFF"/>
                </a:solidFill>
                <a:latin typeface="Noto Sans Cypriot"/>
                <a:ea typeface="MiSans L3"/>
                <a:cs typeface="Noto Sans Chakma"/>
              </a:rPr>
              <a:t>Thank You</a:t>
            </a:r>
            <a:endParaRPr b="1" dirty="0" sz="6400" lang="en-US">
              <a:latin typeface="Noto Sans Cypriot"/>
              <a:ea typeface="MiSans L3"/>
              <a:cs typeface="Noto Sans Chakma"/>
            </a:endParaRPr>
          </a:p>
        </p:txBody>
      </p:sp>
      <p:sp>
        <p:nvSpPr>
          <p:cNvPr id="1049921" name="Text 147"/>
          <p:cNvSpPr/>
          <p:nvPr/>
        </p:nvSpPr>
        <p:spPr>
          <a:xfrm>
            <a:off x="-457200" y="10241280"/>
            <a:ext cx="822960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6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Success Analytics  |  Data Analytics Internship Project</a:t>
            </a:r>
            <a:endParaRPr dirty="0" sz="1600" lang="en-US"/>
          </a:p>
        </p:txBody>
      </p:sp>
      <p:sp>
        <p:nvSpPr>
          <p:cNvPr id="1049922" name="Shape 148"/>
          <p:cNvSpPr/>
          <p:nvPr/>
        </p:nvSpPr>
        <p:spPr>
          <a:xfrm>
            <a:off x="1097279" y="7018020"/>
            <a:ext cx="6400800" cy="1371600"/>
          </a:xfrm>
          <a:prstGeom prst="roundRect">
            <a:avLst>
              <a:gd name="adj" fmla="val 8000"/>
            </a:avLst>
          </a:prstGeom>
          <a:solidFill>
            <a:srgbClr val="0D2248"/>
          </a:solidFill>
          <a:ln w="6350">
            <a:solidFill>
              <a:srgbClr val="E2E8F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923" name="Text 149"/>
          <p:cNvSpPr/>
          <p:nvPr/>
        </p:nvSpPr>
        <p:spPr>
          <a:xfrm>
            <a:off x="1097280" y="7498079"/>
            <a:ext cx="640080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dirty="0" sz="1600" lang="en-US"/>
          </a:p>
        </p:txBody>
      </p:sp>
      <p:sp>
        <p:nvSpPr>
          <p:cNvPr id="1049924" name="Text 150"/>
          <p:cNvSpPr/>
          <p:nvPr/>
        </p:nvSpPr>
        <p:spPr>
          <a:xfrm>
            <a:off x="1280160" y="7290052"/>
            <a:ext cx="6400800" cy="34747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300" lang="en-US">
                <a:solidFill>
                  <a:srgbClr val="A0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Python  ·  Pandas  ·  Matplotlib  ·  Seaborn  ·  NumPy</a:t>
            </a:r>
            <a:endParaRPr dirty="0" sz="1300" lang="en-US"/>
          </a:p>
        </p:txBody>
      </p:sp>
      <p:sp>
        <p:nvSpPr>
          <p:cNvPr id="1049925" name="Text 151"/>
          <p:cNvSpPr/>
          <p:nvPr/>
        </p:nvSpPr>
        <p:spPr>
          <a:xfrm>
            <a:off x="457200" y="7018019"/>
            <a:ext cx="8229600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  |  Data Analytics Internship</a:t>
            </a:r>
            <a:endParaRPr dirty="0" sz="1000" lang="en-US"/>
          </a:p>
        </p:txBody>
      </p:sp>
      <p:sp>
        <p:nvSpPr>
          <p:cNvPr id="1049935" name=""/>
          <p:cNvSpPr txBox="1"/>
          <p:nvPr/>
        </p:nvSpPr>
        <p:spPr>
          <a:xfrm>
            <a:off x="1920240" y="7909558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IN">
                <a:solidFill>
                  <a:srgbClr val="000000"/>
                </a:solidFill>
              </a:rPr>
              <a:t/>
            </a:r>
            <a:endParaRPr b="1"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Mobile App Success Analytics</dc:title>
  <dc:creator>Data Analytics Intern</dc:creator>
  <cp:lastModifiedBy>Data Analytics Intern</cp:lastModifiedBy>
  <dcterms:created xsi:type="dcterms:W3CDTF">2026-06-28T06:06:20Z</dcterms:created>
  <dcterms:modified xsi:type="dcterms:W3CDTF">2026-07-02T15:07:43Z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dec1315a6ffd4fb4be59b2095d2bfb48_23</vt:lpwstr>
  </property>
</Properties>
</file>